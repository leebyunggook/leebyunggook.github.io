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726">
          <p15:clr>
            <a:srgbClr val="9AA0A6"/>
          </p15:clr>
        </p15:guide>
        <p15:guide id="2" pos="196">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3252C98-EEF9-44D1-A178-46136075C6EC}">
  <a:tblStyle styleId="{53252C98-EEF9-44D1-A178-46136075C6EC}"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726" orient="horz"/>
        <p:guide pos="196"/>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3" Type="http://schemas.openxmlformats.org/officeDocument/2006/relationships/slide" Target="slides/slide57.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1944a0589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1944a0589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1944a0589a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1944a0589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1944a0589a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1944a0589a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1944a0589a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1944a0589a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1944a0589a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1944a0589a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1944a0589a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1944a0589a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1944a0589a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1944a0589a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1944a0589a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1944a0589a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1944a0589a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1944a0589a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1944a0589a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1944a0589a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1944a0589a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1944a0589a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1944a0589a_0_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1944a0589a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1944a0589a_0_5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1944a0589a_0_5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1944a0589a_0_5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1944a0589a_0_5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1944a0589a_0_5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1944a0589a_0_5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1944a0589a_0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1944a0589a_0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1944a0589a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1944a0589a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1944a0589a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1944a0589a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1944a0589a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1944a0589a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1944a0589a_0_2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1944a0589a_0_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1944a0589a_0_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1944a0589a_0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1944a0589a_0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1944a0589a_0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1944a0589a_0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1944a0589a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1944a0589a_0_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1944a0589a_0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1944a0589a_0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1944a0589a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1944a0589a_0_2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1944a0589a_0_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1944a0589a_0_3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1944a0589a_0_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1944a0589a_0_3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1944a0589a_0_3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1944a0589a_0_3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1944a0589a_0_3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1944a0589a_0_4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1944a0589a_0_4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19509dbefe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19509dbefe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1944a0589a_0_4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1944a0589a_0_4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1944a0589a_0_3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1944a0589a_0_3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1944a0589a_0_5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1944a0589a_0_5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196f4d882e_2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196f4d882e_2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19484c7958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19484c7958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19484c7958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19484c7958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1944a0589a_0_4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1944a0589a_0_4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19484c7958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19484c7958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19484c7958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19484c7958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19484c7958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19484c7958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194f205b4d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194f205b4d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194f205b4d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194f205b4d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19509dbefe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19509dbefe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194f96bc07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194f96bc07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19509dbefe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19509dbefe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194f96bc07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194f96bc07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194f96bc07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194f96bc07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196f4d882e_26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196f4d882e_26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196f4d882e_26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g196f4d882e_26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194f96bc07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194f96bc07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194f96bc07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194f96bc07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194f96bc07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0" name="Google Shape;500;g194f96bc07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1331055f25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9" name="Google Shape;509;g1331055f25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194f96bc07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6" name="Google Shape;516;g194f96bc07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196f4d882e_33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5" name="Google Shape;525;g196f4d882e_33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1" Type="http://schemas.openxmlformats.org/officeDocument/2006/relationships/hyperlink" Target="https://www.processing.org/reference/rotateX_.html" TargetMode="External"/><Relationship Id="rId10" Type="http://schemas.openxmlformats.org/officeDocument/2006/relationships/hyperlink" Target="https://www.processing.org/reference/scale_.html" TargetMode="External"/><Relationship Id="rId13" Type="http://schemas.openxmlformats.org/officeDocument/2006/relationships/hyperlink" Target="https://www.processing.org/reference/rotateZ_.html" TargetMode="External"/><Relationship Id="rId12" Type="http://schemas.openxmlformats.org/officeDocument/2006/relationships/hyperlink" Target="https://www.processing.org/reference/rotateY_.html" TargetMode="External"/><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www.processing.org/reference/applyMatrix_.html" TargetMode="External"/><Relationship Id="rId4" Type="http://schemas.openxmlformats.org/officeDocument/2006/relationships/hyperlink" Target="https://www.processing.org/reference/popMatrix_.html" TargetMode="External"/><Relationship Id="rId9" Type="http://schemas.openxmlformats.org/officeDocument/2006/relationships/hyperlink" Target="https://www.processing.org/reference/rotate_.html" TargetMode="External"/><Relationship Id="rId15" Type="http://schemas.openxmlformats.org/officeDocument/2006/relationships/hyperlink" Target="https://www.processing.org/reference/shearY_.html" TargetMode="External"/><Relationship Id="rId14" Type="http://schemas.openxmlformats.org/officeDocument/2006/relationships/hyperlink" Target="https://www.processing.org/reference/shearX_.html" TargetMode="External"/><Relationship Id="rId5" Type="http://schemas.openxmlformats.org/officeDocument/2006/relationships/hyperlink" Target="https://www.processing.org/reference/printMatrix_.html" TargetMode="External"/><Relationship Id="rId6" Type="http://schemas.openxmlformats.org/officeDocument/2006/relationships/hyperlink" Target="https://www.processing.org/reference/pushMatrix_.html" TargetMode="External"/><Relationship Id="rId7" Type="http://schemas.openxmlformats.org/officeDocument/2006/relationships/hyperlink" Target="https://www.processing.org/reference/resetMatrix_.html" TargetMode="External"/><Relationship Id="rId8" Type="http://schemas.openxmlformats.org/officeDocument/2006/relationships/hyperlink" Target="https://www.processing.org/reference/translate_.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3.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7.png"/><Relationship Id="rId4" Type="http://schemas.openxmlformats.org/officeDocument/2006/relationships/image" Target="../media/image3.png"/><Relationship Id="rId5"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7.png"/><Relationship Id="rId4" Type="http://schemas.openxmlformats.org/officeDocument/2006/relationships/image" Target="../media/image18.png"/><Relationship Id="rId5"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7.png"/><Relationship Id="rId4" Type="http://schemas.openxmlformats.org/officeDocument/2006/relationships/image" Target="../media/image16.png"/><Relationship Id="rId5"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7.png"/><Relationship Id="rId4" Type="http://schemas.openxmlformats.org/officeDocument/2006/relationships/image" Target="../media/image3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5.png"/><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8.png"/><Relationship Id="rId4" Type="http://schemas.openxmlformats.org/officeDocument/2006/relationships/image" Target="../media/image17.png"/><Relationship Id="rId5"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6.png"/><Relationship Id="rId4" Type="http://schemas.openxmlformats.org/officeDocument/2006/relationships/image" Target="../media/image2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3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4.png"/><Relationship Id="rId4" Type="http://schemas.openxmlformats.org/officeDocument/2006/relationships/image" Target="../media/image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22.png"/><Relationship Id="rId4" Type="http://schemas.openxmlformats.org/officeDocument/2006/relationships/image" Target="../media/image3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36.png"/><Relationship Id="rId4" Type="http://schemas.openxmlformats.org/officeDocument/2006/relationships/image" Target="../media/image2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29.png"/><Relationship Id="rId4" Type="http://schemas.openxmlformats.org/officeDocument/2006/relationships/image" Target="../media/image3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31.png"/><Relationship Id="rId4" Type="http://schemas.openxmlformats.org/officeDocument/2006/relationships/image" Target="../media/image3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34.png"/><Relationship Id="rId4" Type="http://schemas.openxmlformats.org/officeDocument/2006/relationships/image" Target="../media/image4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32.png"/><Relationship Id="rId4" Type="http://schemas.openxmlformats.org/officeDocument/2006/relationships/image" Target="../media/image4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3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33.png"/><Relationship Id="rId4" Type="http://schemas.openxmlformats.org/officeDocument/2006/relationships/image" Target="../media/image4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4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43.png"/><Relationship Id="rId4" Type="http://schemas.openxmlformats.org/officeDocument/2006/relationships/image" Target="../media/image3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4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46.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40.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4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Transformations</a:t>
            </a:r>
            <a:endParaRPr/>
          </a:p>
          <a:p>
            <a:pPr indent="0" lvl="0" marL="0" rtl="0" algn="ctr">
              <a:spcBef>
                <a:spcPts val="0"/>
              </a:spcBef>
              <a:spcAft>
                <a:spcPts val="0"/>
              </a:spcAft>
              <a:buNone/>
            </a:pPr>
            <a:r>
              <a:rPr lang="en"/>
              <a:t>Texture Mapping</a:t>
            </a:r>
            <a:endParaRPr/>
          </a:p>
        </p:txBody>
      </p:sp>
      <p:sp>
        <p:nvSpPr>
          <p:cNvPr id="55" name="Google Shape;55;p13"/>
          <p:cNvSpPr txBox="1"/>
          <p:nvPr>
            <p:ph idx="1" type="subTitle"/>
          </p:nvPr>
        </p:nvSpPr>
        <p:spPr>
          <a:xfrm>
            <a:off x="311700" y="3215125"/>
            <a:ext cx="8520600" cy="792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00000"/>
                </a:solidFill>
              </a:rPr>
              <a:t>lbg@dongseo.ac.kr</a:t>
            </a:r>
            <a:endParaRPr>
              <a:solidFill>
                <a:srgbClr val="0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2D Transformations</a:t>
            </a:r>
            <a:endParaRPr/>
          </a:p>
        </p:txBody>
      </p:sp>
      <p:sp>
        <p:nvSpPr>
          <p:cNvPr id="61" name="Google Shape;61;p14"/>
          <p:cNvSpPr txBox="1"/>
          <p:nvPr>
            <p:ph idx="1" type="body"/>
          </p:nvPr>
        </p:nvSpPr>
        <p:spPr>
          <a:xfrm>
            <a:off x="277050" y="1178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Translation</a:t>
            </a:r>
            <a:endParaRPr/>
          </a:p>
          <a:p>
            <a:pPr indent="0" lvl="0" marL="0" rtl="0" algn="l">
              <a:spcBef>
                <a:spcPts val="1600"/>
              </a:spcBef>
              <a:spcAft>
                <a:spcPts val="0"/>
              </a:spcAft>
              <a:buNone/>
            </a:pPr>
            <a:r>
              <a:rPr lang="en"/>
              <a:t>Rotation</a:t>
            </a:r>
            <a:endParaRPr/>
          </a:p>
          <a:p>
            <a:pPr indent="0" lvl="0" marL="0" rtl="0" algn="l">
              <a:spcBef>
                <a:spcPts val="1600"/>
              </a:spcBef>
              <a:spcAft>
                <a:spcPts val="0"/>
              </a:spcAft>
              <a:buNone/>
            </a:pPr>
            <a:r>
              <a:rPr lang="en"/>
              <a:t>Scale</a:t>
            </a:r>
            <a:endParaRPr/>
          </a:p>
          <a:p>
            <a:pPr indent="0" lvl="0" marL="0" rtl="0" algn="l">
              <a:spcBef>
                <a:spcPts val="1600"/>
              </a:spcBef>
              <a:spcAft>
                <a:spcPts val="0"/>
              </a:spcAft>
              <a:buNone/>
            </a:pPr>
            <a:r>
              <a:rPr lang="en"/>
              <a:t>Shear</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
        <p:nvSpPr>
          <p:cNvPr id="62" name="Google Shape;62;p14"/>
          <p:cNvSpPr txBox="1"/>
          <p:nvPr/>
        </p:nvSpPr>
        <p:spPr>
          <a:xfrm>
            <a:off x="5054350" y="902225"/>
            <a:ext cx="3000000" cy="3572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solidFill>
                  <a:srgbClr val="252525"/>
                </a:solidFill>
                <a:highlight>
                  <a:srgbClr val="FFFFFF"/>
                </a:highlight>
                <a:latin typeface="Verdana"/>
                <a:ea typeface="Verdana"/>
                <a:cs typeface="Verdana"/>
                <a:sym typeface="Verdana"/>
              </a:rPr>
              <a:t>Transform</a:t>
            </a:r>
            <a:r>
              <a:rPr lang="en" sz="1200">
                <a:solidFill>
                  <a:srgbClr val="252525"/>
                </a:solidFill>
                <a:highlight>
                  <a:srgbClr val="FFFFFF"/>
                </a:highlight>
                <a:latin typeface="Verdana"/>
                <a:ea typeface="Verdana"/>
                <a:cs typeface="Verdana"/>
                <a:sym typeface="Verdana"/>
              </a:rPr>
              <a:t> </a:t>
            </a:r>
            <a:endParaRPr sz="1200">
              <a:solidFill>
                <a:srgbClr val="252525"/>
              </a:solidFill>
              <a:highlight>
                <a:srgbClr val="FFFFFF"/>
              </a:highlight>
              <a:latin typeface="Verdana"/>
              <a:ea typeface="Verdana"/>
              <a:cs typeface="Verdana"/>
              <a:sym typeface="Verdana"/>
            </a:endParaRPr>
          </a:p>
          <a:p>
            <a:pPr indent="0" lvl="0" marL="0" rtl="0" algn="l">
              <a:spcBef>
                <a:spcPts val="0"/>
              </a:spcBef>
              <a:spcAft>
                <a:spcPts val="0"/>
              </a:spcAft>
              <a:buNone/>
            </a:pPr>
            <a:r>
              <a:t/>
            </a:r>
            <a:endParaRPr sz="1200">
              <a:solidFill>
                <a:srgbClr val="252525"/>
              </a:solidFill>
              <a:highlight>
                <a:srgbClr val="FFFFFF"/>
              </a:highlight>
              <a:latin typeface="Verdana"/>
              <a:ea typeface="Verdana"/>
              <a:cs typeface="Verdana"/>
              <a:sym typeface="Verdana"/>
            </a:endParaRPr>
          </a:p>
          <a:p>
            <a:pPr indent="0" lvl="0" marL="0" rtl="0" algn="l">
              <a:spcBef>
                <a:spcPts val="0"/>
              </a:spcBef>
              <a:spcAft>
                <a:spcPts val="0"/>
              </a:spcAft>
              <a:buNone/>
            </a:pPr>
            <a:r>
              <a:rPr lang="en" sz="1200">
                <a:solidFill>
                  <a:srgbClr val="2C7BB5"/>
                </a:solidFill>
                <a:highlight>
                  <a:srgbClr val="FFFFFF"/>
                </a:highlight>
                <a:uFill>
                  <a:noFill/>
                </a:uFill>
                <a:latin typeface="Verdana"/>
                <a:ea typeface="Verdana"/>
                <a:cs typeface="Verdana"/>
                <a:sym typeface="Verdana"/>
                <a:hlinkClick r:id="rId3">
                  <a:extLst>
                    <a:ext uri="{A12FA001-AC4F-418D-AE19-62706E023703}">
                      <ahyp:hlinkClr val="tx"/>
                    </a:ext>
                  </a:extLst>
                </a:hlinkClick>
              </a:rPr>
              <a:t>applyMatrix()</a:t>
            </a:r>
            <a:endParaRPr sz="1200">
              <a:latin typeface="Verdana"/>
              <a:ea typeface="Verdana"/>
              <a:cs typeface="Verdana"/>
              <a:sym typeface="Verdana"/>
            </a:endParaRPr>
          </a:p>
          <a:p>
            <a:pPr indent="0" lvl="0" marL="0" rtl="0" algn="l">
              <a:spcBef>
                <a:spcPts val="0"/>
              </a:spcBef>
              <a:spcAft>
                <a:spcPts val="0"/>
              </a:spcAft>
              <a:buNone/>
            </a:pPr>
            <a:r>
              <a:rPr lang="en" sz="1200">
                <a:solidFill>
                  <a:srgbClr val="2C7BB5"/>
                </a:solidFill>
                <a:highlight>
                  <a:srgbClr val="FFFFFF"/>
                </a:highlight>
                <a:uFill>
                  <a:noFill/>
                </a:uFill>
                <a:latin typeface="Verdana"/>
                <a:ea typeface="Verdana"/>
                <a:cs typeface="Verdana"/>
                <a:sym typeface="Verdana"/>
                <a:hlinkClick r:id="rId4">
                  <a:extLst>
                    <a:ext uri="{A12FA001-AC4F-418D-AE19-62706E023703}">
                      <ahyp:hlinkClr val="tx"/>
                    </a:ext>
                  </a:extLst>
                </a:hlinkClick>
              </a:rPr>
              <a:t>popMatrix()</a:t>
            </a:r>
            <a:endParaRPr sz="1200">
              <a:latin typeface="Verdana"/>
              <a:ea typeface="Verdana"/>
              <a:cs typeface="Verdana"/>
              <a:sym typeface="Verdana"/>
            </a:endParaRPr>
          </a:p>
          <a:p>
            <a:pPr indent="0" lvl="0" marL="0" rtl="0" algn="l">
              <a:spcBef>
                <a:spcPts val="0"/>
              </a:spcBef>
              <a:spcAft>
                <a:spcPts val="0"/>
              </a:spcAft>
              <a:buNone/>
            </a:pPr>
            <a:r>
              <a:rPr lang="en" sz="1200">
                <a:solidFill>
                  <a:srgbClr val="2C7BB5"/>
                </a:solidFill>
                <a:highlight>
                  <a:srgbClr val="FFFFFF"/>
                </a:highlight>
                <a:uFill>
                  <a:noFill/>
                </a:uFill>
                <a:latin typeface="Verdana"/>
                <a:ea typeface="Verdana"/>
                <a:cs typeface="Verdana"/>
                <a:sym typeface="Verdana"/>
                <a:hlinkClick r:id="rId5">
                  <a:extLst>
                    <a:ext uri="{A12FA001-AC4F-418D-AE19-62706E023703}">
                      <ahyp:hlinkClr val="tx"/>
                    </a:ext>
                  </a:extLst>
                </a:hlinkClick>
              </a:rPr>
              <a:t>printMatrix()</a:t>
            </a:r>
            <a:endParaRPr sz="1200">
              <a:latin typeface="Verdana"/>
              <a:ea typeface="Verdana"/>
              <a:cs typeface="Verdana"/>
              <a:sym typeface="Verdana"/>
            </a:endParaRPr>
          </a:p>
          <a:p>
            <a:pPr indent="0" lvl="0" marL="0" rtl="0" algn="l">
              <a:spcBef>
                <a:spcPts val="0"/>
              </a:spcBef>
              <a:spcAft>
                <a:spcPts val="0"/>
              </a:spcAft>
              <a:buNone/>
            </a:pPr>
            <a:r>
              <a:rPr lang="en" sz="1200">
                <a:solidFill>
                  <a:srgbClr val="2C7BB5"/>
                </a:solidFill>
                <a:highlight>
                  <a:srgbClr val="FFFFFF"/>
                </a:highlight>
                <a:uFill>
                  <a:noFill/>
                </a:uFill>
                <a:latin typeface="Verdana"/>
                <a:ea typeface="Verdana"/>
                <a:cs typeface="Verdana"/>
                <a:sym typeface="Verdana"/>
                <a:hlinkClick r:id="rId6">
                  <a:extLst>
                    <a:ext uri="{A12FA001-AC4F-418D-AE19-62706E023703}">
                      <ahyp:hlinkClr val="tx"/>
                    </a:ext>
                  </a:extLst>
                </a:hlinkClick>
              </a:rPr>
              <a:t>pushMatrix()</a:t>
            </a:r>
            <a:endParaRPr sz="1200">
              <a:latin typeface="Verdana"/>
              <a:ea typeface="Verdana"/>
              <a:cs typeface="Verdana"/>
              <a:sym typeface="Verdana"/>
            </a:endParaRPr>
          </a:p>
          <a:p>
            <a:pPr indent="0" lvl="0" marL="0" rtl="0" algn="l">
              <a:spcBef>
                <a:spcPts val="0"/>
              </a:spcBef>
              <a:spcAft>
                <a:spcPts val="0"/>
              </a:spcAft>
              <a:buNone/>
            </a:pPr>
            <a:r>
              <a:rPr lang="en" sz="1200">
                <a:solidFill>
                  <a:srgbClr val="2C7BB5"/>
                </a:solidFill>
                <a:highlight>
                  <a:srgbClr val="FFFFFF"/>
                </a:highlight>
                <a:uFill>
                  <a:noFill/>
                </a:uFill>
                <a:latin typeface="Verdana"/>
                <a:ea typeface="Verdana"/>
                <a:cs typeface="Verdana"/>
                <a:sym typeface="Verdana"/>
                <a:hlinkClick r:id="rId7">
                  <a:extLst>
                    <a:ext uri="{A12FA001-AC4F-418D-AE19-62706E023703}">
                      <ahyp:hlinkClr val="tx"/>
                    </a:ext>
                  </a:extLst>
                </a:hlinkClick>
              </a:rPr>
              <a:t>resetMatrix()</a:t>
            </a:r>
            <a:endParaRPr sz="1200">
              <a:latin typeface="Verdana"/>
              <a:ea typeface="Verdana"/>
              <a:cs typeface="Verdana"/>
              <a:sym typeface="Verdana"/>
            </a:endParaRPr>
          </a:p>
          <a:p>
            <a:pPr indent="0" lvl="0" marL="0" rtl="0" algn="l">
              <a:spcBef>
                <a:spcPts val="0"/>
              </a:spcBef>
              <a:spcAft>
                <a:spcPts val="0"/>
              </a:spcAft>
              <a:buNone/>
            </a:pPr>
            <a:r>
              <a:t/>
            </a:r>
            <a:endParaRPr sz="1200">
              <a:latin typeface="Verdana"/>
              <a:ea typeface="Verdana"/>
              <a:cs typeface="Verdana"/>
              <a:sym typeface="Verdana"/>
            </a:endParaRPr>
          </a:p>
          <a:p>
            <a:pPr indent="0" lvl="0" marL="0" rtl="0" algn="l">
              <a:spcBef>
                <a:spcPts val="0"/>
              </a:spcBef>
              <a:spcAft>
                <a:spcPts val="0"/>
              </a:spcAft>
              <a:buNone/>
            </a:pPr>
            <a:r>
              <a:rPr lang="en" sz="1200">
                <a:solidFill>
                  <a:srgbClr val="2C7BB5"/>
                </a:solidFill>
                <a:highlight>
                  <a:srgbClr val="FFFFFF"/>
                </a:highlight>
                <a:uFill>
                  <a:noFill/>
                </a:uFill>
                <a:latin typeface="Verdana"/>
                <a:ea typeface="Verdana"/>
                <a:cs typeface="Verdana"/>
                <a:sym typeface="Verdana"/>
                <a:hlinkClick r:id="rId8">
                  <a:extLst>
                    <a:ext uri="{A12FA001-AC4F-418D-AE19-62706E023703}">
                      <ahyp:hlinkClr val="tx"/>
                    </a:ext>
                  </a:extLst>
                </a:hlinkClick>
              </a:rPr>
              <a:t>translate()</a:t>
            </a:r>
            <a:endParaRPr sz="1200">
              <a:latin typeface="Verdana"/>
              <a:ea typeface="Verdana"/>
              <a:cs typeface="Verdana"/>
              <a:sym typeface="Verdana"/>
            </a:endParaRPr>
          </a:p>
          <a:p>
            <a:pPr indent="0" lvl="0" marL="0" rtl="0" algn="l">
              <a:spcBef>
                <a:spcPts val="0"/>
              </a:spcBef>
              <a:spcAft>
                <a:spcPts val="0"/>
              </a:spcAft>
              <a:buNone/>
            </a:pPr>
            <a:r>
              <a:rPr lang="en" sz="1200">
                <a:solidFill>
                  <a:srgbClr val="2C7BB5"/>
                </a:solidFill>
                <a:highlight>
                  <a:srgbClr val="FFFFFF"/>
                </a:highlight>
                <a:uFill>
                  <a:noFill/>
                </a:uFill>
                <a:latin typeface="Verdana"/>
                <a:ea typeface="Verdana"/>
                <a:cs typeface="Verdana"/>
                <a:sym typeface="Verdana"/>
                <a:hlinkClick r:id="rId9">
                  <a:extLst>
                    <a:ext uri="{A12FA001-AC4F-418D-AE19-62706E023703}">
                      <ahyp:hlinkClr val="tx"/>
                    </a:ext>
                  </a:extLst>
                </a:hlinkClick>
              </a:rPr>
              <a:t>rotate()</a:t>
            </a:r>
            <a:endParaRPr sz="1200">
              <a:latin typeface="Verdana"/>
              <a:ea typeface="Verdana"/>
              <a:cs typeface="Verdana"/>
              <a:sym typeface="Verdana"/>
            </a:endParaRPr>
          </a:p>
          <a:p>
            <a:pPr indent="0" lvl="0" marL="0" rtl="0" algn="l">
              <a:spcBef>
                <a:spcPts val="0"/>
              </a:spcBef>
              <a:spcAft>
                <a:spcPts val="0"/>
              </a:spcAft>
              <a:buClr>
                <a:schemeClr val="dk1"/>
              </a:buClr>
              <a:buSzPts val="1100"/>
              <a:buFont typeface="Arial"/>
              <a:buNone/>
            </a:pPr>
            <a:r>
              <a:rPr lang="en" sz="1200">
                <a:solidFill>
                  <a:srgbClr val="2C7BB5"/>
                </a:solidFill>
                <a:highlight>
                  <a:srgbClr val="FFFFFF"/>
                </a:highlight>
                <a:uFill>
                  <a:noFill/>
                </a:uFill>
                <a:latin typeface="Verdana"/>
                <a:ea typeface="Verdana"/>
                <a:cs typeface="Verdana"/>
                <a:sym typeface="Verdana"/>
                <a:hlinkClick r:id="rId10">
                  <a:extLst>
                    <a:ext uri="{A12FA001-AC4F-418D-AE19-62706E023703}">
                      <ahyp:hlinkClr val="tx"/>
                    </a:ext>
                  </a:extLst>
                </a:hlinkClick>
              </a:rPr>
              <a:t>scale()</a:t>
            </a:r>
            <a:endParaRPr sz="1200">
              <a:solidFill>
                <a:schemeClr val="dk1"/>
              </a:solidFill>
              <a:latin typeface="Verdana"/>
              <a:ea typeface="Verdana"/>
              <a:cs typeface="Verdana"/>
              <a:sym typeface="Verdana"/>
            </a:endParaRPr>
          </a:p>
          <a:p>
            <a:pPr indent="0" lvl="0" marL="0" rtl="0" algn="l">
              <a:spcBef>
                <a:spcPts val="0"/>
              </a:spcBef>
              <a:spcAft>
                <a:spcPts val="0"/>
              </a:spcAft>
              <a:buNone/>
            </a:pPr>
            <a:r>
              <a:t/>
            </a:r>
            <a:endParaRPr sz="1200">
              <a:solidFill>
                <a:schemeClr val="dk1"/>
              </a:solidFill>
              <a:latin typeface="Verdana"/>
              <a:ea typeface="Verdana"/>
              <a:cs typeface="Verdana"/>
              <a:sym typeface="Verdana"/>
            </a:endParaRPr>
          </a:p>
          <a:p>
            <a:pPr indent="0" lvl="0" marL="0" rtl="0" algn="l">
              <a:spcBef>
                <a:spcPts val="0"/>
              </a:spcBef>
              <a:spcAft>
                <a:spcPts val="0"/>
              </a:spcAft>
              <a:buNone/>
            </a:pPr>
            <a:r>
              <a:rPr lang="en" sz="1200">
                <a:solidFill>
                  <a:srgbClr val="2C7BB5"/>
                </a:solidFill>
                <a:highlight>
                  <a:srgbClr val="FFFFFF"/>
                </a:highlight>
                <a:uFill>
                  <a:noFill/>
                </a:uFill>
                <a:latin typeface="Verdana"/>
                <a:ea typeface="Verdana"/>
                <a:cs typeface="Verdana"/>
                <a:sym typeface="Verdana"/>
                <a:hlinkClick r:id="rId11">
                  <a:extLst>
                    <a:ext uri="{A12FA001-AC4F-418D-AE19-62706E023703}">
                      <ahyp:hlinkClr val="tx"/>
                    </a:ext>
                  </a:extLst>
                </a:hlinkClick>
              </a:rPr>
              <a:t>rotateX()</a:t>
            </a:r>
            <a:endParaRPr sz="1200">
              <a:latin typeface="Verdana"/>
              <a:ea typeface="Verdana"/>
              <a:cs typeface="Verdana"/>
              <a:sym typeface="Verdana"/>
            </a:endParaRPr>
          </a:p>
          <a:p>
            <a:pPr indent="0" lvl="0" marL="0" rtl="0" algn="l">
              <a:spcBef>
                <a:spcPts val="0"/>
              </a:spcBef>
              <a:spcAft>
                <a:spcPts val="0"/>
              </a:spcAft>
              <a:buNone/>
            </a:pPr>
            <a:r>
              <a:rPr lang="en" sz="1200">
                <a:solidFill>
                  <a:srgbClr val="2C7BB5"/>
                </a:solidFill>
                <a:highlight>
                  <a:srgbClr val="FFFFFF"/>
                </a:highlight>
                <a:uFill>
                  <a:noFill/>
                </a:uFill>
                <a:latin typeface="Verdana"/>
                <a:ea typeface="Verdana"/>
                <a:cs typeface="Verdana"/>
                <a:sym typeface="Verdana"/>
                <a:hlinkClick r:id="rId12">
                  <a:extLst>
                    <a:ext uri="{A12FA001-AC4F-418D-AE19-62706E023703}">
                      <ahyp:hlinkClr val="tx"/>
                    </a:ext>
                  </a:extLst>
                </a:hlinkClick>
              </a:rPr>
              <a:t>rotateY()</a:t>
            </a:r>
            <a:endParaRPr sz="1200">
              <a:latin typeface="Verdana"/>
              <a:ea typeface="Verdana"/>
              <a:cs typeface="Verdana"/>
              <a:sym typeface="Verdana"/>
            </a:endParaRPr>
          </a:p>
          <a:p>
            <a:pPr indent="0" lvl="0" marL="0" rtl="0" algn="l">
              <a:spcBef>
                <a:spcPts val="0"/>
              </a:spcBef>
              <a:spcAft>
                <a:spcPts val="0"/>
              </a:spcAft>
              <a:buNone/>
            </a:pPr>
            <a:r>
              <a:rPr lang="en" sz="1200">
                <a:solidFill>
                  <a:srgbClr val="2C7BB5"/>
                </a:solidFill>
                <a:highlight>
                  <a:srgbClr val="FFFFFF"/>
                </a:highlight>
                <a:uFill>
                  <a:noFill/>
                </a:uFill>
                <a:latin typeface="Verdana"/>
                <a:ea typeface="Verdana"/>
                <a:cs typeface="Verdana"/>
                <a:sym typeface="Verdana"/>
                <a:hlinkClick r:id="rId13">
                  <a:extLst>
                    <a:ext uri="{A12FA001-AC4F-418D-AE19-62706E023703}">
                      <ahyp:hlinkClr val="tx"/>
                    </a:ext>
                  </a:extLst>
                </a:hlinkClick>
              </a:rPr>
              <a:t>rotateZ()</a:t>
            </a:r>
            <a:endParaRPr sz="1200">
              <a:latin typeface="Verdana"/>
              <a:ea typeface="Verdana"/>
              <a:cs typeface="Verdana"/>
              <a:sym typeface="Verdana"/>
            </a:endParaRPr>
          </a:p>
          <a:p>
            <a:pPr indent="0" lvl="0" marL="0" rtl="0" algn="l">
              <a:spcBef>
                <a:spcPts val="0"/>
              </a:spcBef>
              <a:spcAft>
                <a:spcPts val="0"/>
              </a:spcAft>
              <a:buNone/>
            </a:pPr>
            <a:r>
              <a:rPr lang="en" sz="1200">
                <a:solidFill>
                  <a:srgbClr val="2C7BB5"/>
                </a:solidFill>
                <a:highlight>
                  <a:srgbClr val="FFFFFF"/>
                </a:highlight>
                <a:uFill>
                  <a:noFill/>
                </a:uFill>
                <a:latin typeface="Verdana"/>
                <a:ea typeface="Verdana"/>
                <a:cs typeface="Verdana"/>
                <a:sym typeface="Verdana"/>
                <a:hlinkClick r:id="rId14">
                  <a:extLst>
                    <a:ext uri="{A12FA001-AC4F-418D-AE19-62706E023703}">
                      <ahyp:hlinkClr val="tx"/>
                    </a:ext>
                  </a:extLst>
                </a:hlinkClick>
              </a:rPr>
              <a:t>shearX()</a:t>
            </a:r>
            <a:endParaRPr sz="1200">
              <a:latin typeface="Verdana"/>
              <a:ea typeface="Verdana"/>
              <a:cs typeface="Verdana"/>
              <a:sym typeface="Verdana"/>
            </a:endParaRPr>
          </a:p>
          <a:p>
            <a:pPr indent="0" lvl="0" marL="0" rtl="0" algn="l">
              <a:spcBef>
                <a:spcPts val="0"/>
              </a:spcBef>
              <a:spcAft>
                <a:spcPts val="0"/>
              </a:spcAft>
              <a:buNone/>
            </a:pPr>
            <a:r>
              <a:rPr lang="en" sz="1200">
                <a:solidFill>
                  <a:srgbClr val="2C7BB5"/>
                </a:solidFill>
                <a:highlight>
                  <a:srgbClr val="FFFFFF"/>
                </a:highlight>
                <a:uFill>
                  <a:noFill/>
                </a:uFill>
                <a:latin typeface="Verdana"/>
                <a:ea typeface="Verdana"/>
                <a:cs typeface="Verdana"/>
                <a:sym typeface="Verdana"/>
                <a:hlinkClick r:id="rId15">
                  <a:extLst>
                    <a:ext uri="{A12FA001-AC4F-418D-AE19-62706E023703}">
                      <ahyp:hlinkClr val="tx"/>
                    </a:ext>
                  </a:extLst>
                </a:hlinkClick>
              </a:rPr>
              <a:t>shearY()</a:t>
            </a:r>
            <a:endParaRPr sz="1200">
              <a:latin typeface="Verdana"/>
              <a:ea typeface="Verdana"/>
              <a:cs typeface="Verdana"/>
              <a:sym typeface="Verdana"/>
            </a:endParaRPr>
          </a:p>
          <a:p>
            <a:pPr indent="0" lvl="0" marL="0" rtl="0" algn="l">
              <a:spcBef>
                <a:spcPts val="0"/>
              </a:spcBef>
              <a:spcAft>
                <a:spcPts val="0"/>
              </a:spcAft>
              <a:buNone/>
            </a:pPr>
            <a:r>
              <a:t/>
            </a:r>
            <a:endParaRPr sz="1200">
              <a:latin typeface="Verdana"/>
              <a:ea typeface="Verdana"/>
              <a:cs typeface="Verdana"/>
              <a:sym typeface="Verdana"/>
            </a:endParaRPr>
          </a:p>
        </p:txBody>
      </p:sp>
      <p:sp>
        <p:nvSpPr>
          <p:cNvPr id="63" name="Google Shape;63;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translate</a:t>
            </a:r>
            <a:endParaRPr/>
          </a:p>
        </p:txBody>
      </p:sp>
      <p:pic>
        <p:nvPicPr>
          <p:cNvPr id="69" name="Google Shape;69;p15"/>
          <p:cNvPicPr preferRelativeResize="0"/>
          <p:nvPr/>
        </p:nvPicPr>
        <p:blipFill>
          <a:blip r:embed="rId3">
            <a:alphaModFix/>
          </a:blip>
          <a:stretch>
            <a:fillRect/>
          </a:stretch>
        </p:blipFill>
        <p:spPr>
          <a:xfrm>
            <a:off x="423539" y="1017725"/>
            <a:ext cx="4053217" cy="3991025"/>
          </a:xfrm>
          <a:prstGeom prst="rect">
            <a:avLst/>
          </a:prstGeom>
          <a:noFill/>
          <a:ln>
            <a:noFill/>
          </a:ln>
        </p:spPr>
      </p:pic>
      <p:sp>
        <p:nvSpPr>
          <p:cNvPr id="70" name="Google Shape;70;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pic>
        <p:nvPicPr>
          <p:cNvPr id="75" name="Google Shape;75;p16"/>
          <p:cNvPicPr preferRelativeResize="0"/>
          <p:nvPr/>
        </p:nvPicPr>
        <p:blipFill>
          <a:blip r:embed="rId3">
            <a:alphaModFix/>
          </a:blip>
          <a:stretch>
            <a:fillRect/>
          </a:stretch>
        </p:blipFill>
        <p:spPr>
          <a:xfrm>
            <a:off x="5217948" y="1118363"/>
            <a:ext cx="3362550" cy="3484632"/>
          </a:xfrm>
          <a:prstGeom prst="rect">
            <a:avLst/>
          </a:prstGeom>
          <a:noFill/>
          <a:ln>
            <a:noFill/>
          </a:ln>
        </p:spPr>
      </p:pic>
      <p:sp>
        <p:nvSpPr>
          <p:cNvPr id="76" name="Google Shape;76;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Translation</a:t>
            </a:r>
            <a:endParaRPr/>
          </a:p>
        </p:txBody>
      </p:sp>
      <p:sp>
        <p:nvSpPr>
          <p:cNvPr id="77" name="Google Shape;77;p16"/>
          <p:cNvSpPr txBox="1"/>
          <p:nvPr>
            <p:ph idx="1" type="body"/>
          </p:nvPr>
        </p:nvSpPr>
        <p:spPr>
          <a:xfrm>
            <a:off x="311700" y="1152488"/>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000"/>
              <a:t>void setup() {</a:t>
            </a:r>
            <a:endParaRPr sz="1000"/>
          </a:p>
          <a:p>
            <a:pPr indent="0" lvl="0" marL="0" rtl="0" algn="l">
              <a:lnSpc>
                <a:spcPct val="100000"/>
              </a:lnSpc>
              <a:spcBef>
                <a:spcPts val="0"/>
              </a:spcBef>
              <a:spcAft>
                <a:spcPts val="0"/>
              </a:spcAft>
              <a:buNone/>
            </a:pPr>
            <a:r>
              <a:rPr lang="en" sz="1000"/>
              <a:t>  size(600, 600);</a:t>
            </a:r>
            <a:endParaRPr sz="1000"/>
          </a:p>
          <a:p>
            <a:pPr indent="0" lvl="0" marL="0" rtl="0" algn="l">
              <a:lnSpc>
                <a:spcPct val="100000"/>
              </a:lnSpc>
              <a:spcBef>
                <a:spcPts val="0"/>
              </a:spcBef>
              <a:spcAft>
                <a:spcPts val="0"/>
              </a:spcAft>
              <a:buNone/>
            </a:pPr>
            <a:r>
              <a:rPr lang="en" sz="1000"/>
              <a:t>}</a:t>
            </a:r>
            <a:endParaRPr sz="1000"/>
          </a:p>
          <a:p>
            <a:pPr indent="0" lvl="0" marL="0" rtl="0" algn="l">
              <a:lnSpc>
                <a:spcPct val="100000"/>
              </a:lnSpc>
              <a:spcBef>
                <a:spcPts val="0"/>
              </a:spcBef>
              <a:spcAft>
                <a:spcPts val="0"/>
              </a:spcAft>
              <a:buNone/>
            </a:pPr>
            <a:r>
              <a:t/>
            </a:r>
            <a:endParaRPr sz="1000"/>
          </a:p>
          <a:p>
            <a:pPr indent="0" lvl="0" marL="0" rtl="0" algn="l">
              <a:lnSpc>
                <a:spcPct val="100000"/>
              </a:lnSpc>
              <a:spcBef>
                <a:spcPts val="0"/>
              </a:spcBef>
              <a:spcAft>
                <a:spcPts val="0"/>
              </a:spcAft>
              <a:buNone/>
            </a:pPr>
            <a:r>
              <a:rPr lang="en" sz="1000"/>
              <a:t>void draw() {</a:t>
            </a:r>
            <a:endParaRPr sz="1000"/>
          </a:p>
          <a:p>
            <a:pPr indent="0" lvl="0" marL="0" rtl="0" algn="l">
              <a:lnSpc>
                <a:spcPct val="100000"/>
              </a:lnSpc>
              <a:spcBef>
                <a:spcPts val="0"/>
              </a:spcBef>
              <a:spcAft>
                <a:spcPts val="0"/>
              </a:spcAft>
              <a:buNone/>
            </a:pPr>
            <a:r>
              <a:rPr lang="en" sz="1000"/>
              <a:t>  background(200);</a:t>
            </a:r>
            <a:endParaRPr sz="1000"/>
          </a:p>
          <a:p>
            <a:pPr indent="0" lvl="0" marL="0" rtl="0" algn="l">
              <a:lnSpc>
                <a:spcPct val="100000"/>
              </a:lnSpc>
              <a:spcBef>
                <a:spcPts val="0"/>
              </a:spcBef>
              <a:spcAft>
                <a:spcPts val="0"/>
              </a:spcAft>
              <a:buNone/>
            </a:pPr>
            <a:r>
              <a:rPr lang="en" sz="1000"/>
              <a:t>  drawAxis(100);</a:t>
            </a:r>
            <a:endParaRPr sz="1000"/>
          </a:p>
          <a:p>
            <a:pPr indent="0" lvl="0" marL="0" rtl="0" algn="l">
              <a:lnSpc>
                <a:spcPct val="100000"/>
              </a:lnSpc>
              <a:spcBef>
                <a:spcPts val="0"/>
              </a:spcBef>
              <a:spcAft>
                <a:spcPts val="0"/>
              </a:spcAft>
              <a:buNone/>
            </a:pPr>
            <a:r>
              <a:rPr lang="en" sz="1000"/>
              <a:t>}</a:t>
            </a:r>
            <a:endParaRPr sz="1000"/>
          </a:p>
          <a:p>
            <a:pPr indent="0" lvl="0" marL="0" rtl="0" algn="l">
              <a:lnSpc>
                <a:spcPct val="100000"/>
              </a:lnSpc>
              <a:spcBef>
                <a:spcPts val="0"/>
              </a:spcBef>
              <a:spcAft>
                <a:spcPts val="0"/>
              </a:spcAft>
              <a:buNone/>
            </a:pPr>
            <a:r>
              <a:t/>
            </a:r>
            <a:endParaRPr sz="1000"/>
          </a:p>
          <a:p>
            <a:pPr indent="0" lvl="0" marL="0" rtl="0" algn="l">
              <a:lnSpc>
                <a:spcPct val="100000"/>
              </a:lnSpc>
              <a:spcBef>
                <a:spcPts val="0"/>
              </a:spcBef>
              <a:spcAft>
                <a:spcPts val="0"/>
              </a:spcAft>
              <a:buNone/>
            </a:pPr>
            <a:r>
              <a:rPr lang="en" sz="1000"/>
              <a:t>void drawAxis(int w) {</a:t>
            </a:r>
            <a:endParaRPr sz="1000"/>
          </a:p>
          <a:p>
            <a:pPr indent="0" lvl="0" marL="0" rtl="0" algn="l">
              <a:lnSpc>
                <a:spcPct val="100000"/>
              </a:lnSpc>
              <a:spcBef>
                <a:spcPts val="0"/>
              </a:spcBef>
              <a:spcAft>
                <a:spcPts val="0"/>
              </a:spcAft>
              <a:buNone/>
            </a:pPr>
            <a:r>
              <a:rPr lang="en" sz="1000"/>
              <a:t>  for(int x=0; x&lt;width; x+=w)</a:t>
            </a:r>
            <a:endParaRPr sz="1000"/>
          </a:p>
          <a:p>
            <a:pPr indent="0" lvl="0" marL="0" rtl="0" algn="l">
              <a:lnSpc>
                <a:spcPct val="100000"/>
              </a:lnSpc>
              <a:spcBef>
                <a:spcPts val="0"/>
              </a:spcBef>
              <a:spcAft>
                <a:spcPts val="0"/>
              </a:spcAft>
              <a:buNone/>
            </a:pPr>
            <a:r>
              <a:rPr lang="en" sz="1000"/>
              <a:t>    line(x, 0, x, height);</a:t>
            </a:r>
            <a:endParaRPr sz="1000"/>
          </a:p>
          <a:p>
            <a:pPr indent="0" lvl="0" marL="0" rtl="0" algn="l">
              <a:lnSpc>
                <a:spcPct val="100000"/>
              </a:lnSpc>
              <a:spcBef>
                <a:spcPts val="0"/>
              </a:spcBef>
              <a:spcAft>
                <a:spcPts val="0"/>
              </a:spcAft>
              <a:buNone/>
            </a:pPr>
            <a:r>
              <a:rPr lang="en" sz="1000"/>
              <a:t>  for(int y=0; y&lt;height; y+=w)</a:t>
            </a:r>
            <a:endParaRPr sz="1000"/>
          </a:p>
          <a:p>
            <a:pPr indent="0" lvl="0" marL="0" rtl="0" algn="l">
              <a:lnSpc>
                <a:spcPct val="100000"/>
              </a:lnSpc>
              <a:spcBef>
                <a:spcPts val="0"/>
              </a:spcBef>
              <a:spcAft>
                <a:spcPts val="0"/>
              </a:spcAft>
              <a:buNone/>
            </a:pPr>
            <a:r>
              <a:rPr lang="en" sz="1000"/>
              <a:t>    line(0, y, width, y);</a:t>
            </a:r>
            <a:endParaRPr sz="1000"/>
          </a:p>
          <a:p>
            <a:pPr indent="0" lvl="0" marL="0" rtl="0" algn="l">
              <a:lnSpc>
                <a:spcPct val="100000"/>
              </a:lnSpc>
              <a:spcBef>
                <a:spcPts val="0"/>
              </a:spcBef>
              <a:spcAft>
                <a:spcPts val="0"/>
              </a:spcAft>
              <a:buNone/>
            </a:pPr>
            <a:r>
              <a:rPr lang="en" sz="1000"/>
              <a:t>}</a:t>
            </a:r>
            <a:endParaRPr sz="1000"/>
          </a:p>
          <a:p>
            <a:pPr indent="0" lvl="0" marL="0" rtl="0" algn="l">
              <a:lnSpc>
                <a:spcPct val="100000"/>
              </a:lnSpc>
              <a:spcBef>
                <a:spcPts val="0"/>
              </a:spcBef>
              <a:spcAft>
                <a:spcPts val="0"/>
              </a:spcAft>
              <a:buNone/>
            </a:pPr>
            <a:r>
              <a:t/>
            </a:r>
            <a:endParaRPr sz="1000"/>
          </a:p>
          <a:p>
            <a:pPr indent="0" lvl="0" marL="0" rtl="0" algn="l">
              <a:spcBef>
                <a:spcPts val="0"/>
              </a:spcBef>
              <a:spcAft>
                <a:spcPts val="1600"/>
              </a:spcAft>
              <a:buNone/>
            </a:pPr>
            <a:r>
              <a:t/>
            </a:r>
            <a:endParaRPr/>
          </a:p>
        </p:txBody>
      </p:sp>
      <p:pic>
        <p:nvPicPr>
          <p:cNvPr id="78" name="Google Shape;78;p16"/>
          <p:cNvPicPr preferRelativeResize="0"/>
          <p:nvPr/>
        </p:nvPicPr>
        <p:blipFill>
          <a:blip r:embed="rId4">
            <a:alphaModFix/>
          </a:blip>
          <a:stretch>
            <a:fillRect/>
          </a:stretch>
        </p:blipFill>
        <p:spPr>
          <a:xfrm>
            <a:off x="5217948" y="1118363"/>
            <a:ext cx="3362550" cy="3484624"/>
          </a:xfrm>
          <a:prstGeom prst="rect">
            <a:avLst/>
          </a:prstGeom>
          <a:noFill/>
          <a:ln>
            <a:noFill/>
          </a:ln>
        </p:spPr>
      </p:pic>
      <p:sp>
        <p:nvSpPr>
          <p:cNvPr id="79" name="Google Shape;79;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
                                        </p:tgtEl>
                                        <p:attrNameLst>
                                          <p:attrName>style.visibility</p:attrName>
                                        </p:attrNameLst>
                                      </p:cBhvr>
                                      <p:to>
                                        <p:strVal val="visible"/>
                                      </p:to>
                                    </p:set>
                                    <p:animEffect filter="fade" transition="in">
                                      <p:cBhvr>
                                        <p:cTn dur="1000"/>
                                        <p:tgtEl>
                                          <p:spTgt spid="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Translation</a:t>
            </a:r>
            <a:endParaRPr/>
          </a:p>
        </p:txBody>
      </p:sp>
      <p:sp>
        <p:nvSpPr>
          <p:cNvPr id="85" name="Google Shape;85;p17"/>
          <p:cNvSpPr txBox="1"/>
          <p:nvPr>
            <p:ph idx="1" type="body"/>
          </p:nvPr>
        </p:nvSpPr>
        <p:spPr>
          <a:xfrm>
            <a:off x="311700" y="1152488"/>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000"/>
              <a:t>void setup() {</a:t>
            </a:r>
            <a:endParaRPr sz="1000"/>
          </a:p>
          <a:p>
            <a:pPr indent="0" lvl="0" marL="0" rtl="0" algn="l">
              <a:lnSpc>
                <a:spcPct val="100000"/>
              </a:lnSpc>
              <a:spcBef>
                <a:spcPts val="0"/>
              </a:spcBef>
              <a:spcAft>
                <a:spcPts val="0"/>
              </a:spcAft>
              <a:buNone/>
            </a:pPr>
            <a:r>
              <a:rPr lang="en" sz="1000"/>
              <a:t>  size(600, 600);</a:t>
            </a:r>
            <a:endParaRPr sz="1000"/>
          </a:p>
          <a:p>
            <a:pPr indent="0" lvl="0" marL="0" rtl="0" algn="l">
              <a:lnSpc>
                <a:spcPct val="100000"/>
              </a:lnSpc>
              <a:spcBef>
                <a:spcPts val="0"/>
              </a:spcBef>
              <a:spcAft>
                <a:spcPts val="0"/>
              </a:spcAft>
              <a:buNone/>
            </a:pPr>
            <a:r>
              <a:rPr b="1" lang="en" sz="1000"/>
              <a:t>  rectMode(CENTER);</a:t>
            </a:r>
            <a:endParaRPr b="1" sz="1000"/>
          </a:p>
          <a:p>
            <a:pPr indent="0" lvl="0" marL="0" rtl="0" algn="l">
              <a:lnSpc>
                <a:spcPct val="100000"/>
              </a:lnSpc>
              <a:spcBef>
                <a:spcPts val="0"/>
              </a:spcBef>
              <a:spcAft>
                <a:spcPts val="0"/>
              </a:spcAft>
              <a:buNone/>
            </a:pPr>
            <a:r>
              <a:rPr lang="en" sz="1000"/>
              <a:t>}</a:t>
            </a:r>
            <a:endParaRPr sz="1000"/>
          </a:p>
          <a:p>
            <a:pPr indent="0" lvl="0" marL="0" rtl="0" algn="l">
              <a:lnSpc>
                <a:spcPct val="100000"/>
              </a:lnSpc>
              <a:spcBef>
                <a:spcPts val="0"/>
              </a:spcBef>
              <a:spcAft>
                <a:spcPts val="0"/>
              </a:spcAft>
              <a:buNone/>
            </a:pPr>
            <a:r>
              <a:t/>
            </a:r>
            <a:endParaRPr sz="1000"/>
          </a:p>
          <a:p>
            <a:pPr indent="0" lvl="0" marL="0" rtl="0" algn="l">
              <a:lnSpc>
                <a:spcPct val="100000"/>
              </a:lnSpc>
              <a:spcBef>
                <a:spcPts val="0"/>
              </a:spcBef>
              <a:spcAft>
                <a:spcPts val="0"/>
              </a:spcAft>
              <a:buNone/>
            </a:pPr>
            <a:r>
              <a:rPr lang="en" sz="1000"/>
              <a:t>void draw() {</a:t>
            </a:r>
            <a:endParaRPr sz="1000"/>
          </a:p>
          <a:p>
            <a:pPr indent="0" lvl="0" marL="0" rtl="0" algn="l">
              <a:lnSpc>
                <a:spcPct val="100000"/>
              </a:lnSpc>
              <a:spcBef>
                <a:spcPts val="0"/>
              </a:spcBef>
              <a:spcAft>
                <a:spcPts val="0"/>
              </a:spcAft>
              <a:buNone/>
            </a:pPr>
            <a:r>
              <a:rPr lang="en" sz="1000"/>
              <a:t>  background(200);</a:t>
            </a:r>
            <a:endParaRPr sz="1000"/>
          </a:p>
          <a:p>
            <a:pPr indent="0" lvl="0" marL="0" rtl="0" algn="l">
              <a:lnSpc>
                <a:spcPct val="100000"/>
              </a:lnSpc>
              <a:spcBef>
                <a:spcPts val="0"/>
              </a:spcBef>
              <a:spcAft>
                <a:spcPts val="0"/>
              </a:spcAft>
              <a:buNone/>
            </a:pPr>
            <a:r>
              <a:rPr lang="en" sz="1000"/>
              <a:t>  drawAxis(100);</a:t>
            </a:r>
            <a:endParaRPr sz="1000"/>
          </a:p>
          <a:p>
            <a:pPr indent="0" lvl="0" marL="0" rtl="0" algn="l">
              <a:lnSpc>
                <a:spcPct val="100000"/>
              </a:lnSpc>
              <a:spcBef>
                <a:spcPts val="0"/>
              </a:spcBef>
              <a:spcAft>
                <a:spcPts val="0"/>
              </a:spcAft>
              <a:buNone/>
            </a:pPr>
            <a:r>
              <a:t/>
            </a:r>
            <a:endParaRPr sz="1000"/>
          </a:p>
          <a:p>
            <a:pPr indent="0" lvl="0" marL="0" rtl="0" algn="l">
              <a:lnSpc>
                <a:spcPct val="100000"/>
              </a:lnSpc>
              <a:spcBef>
                <a:spcPts val="0"/>
              </a:spcBef>
              <a:spcAft>
                <a:spcPts val="0"/>
              </a:spcAft>
              <a:buNone/>
            </a:pPr>
            <a:r>
              <a:rPr lang="en" sz="1000"/>
              <a:t> </a:t>
            </a:r>
            <a:r>
              <a:rPr b="1" lang="en" sz="1000"/>
              <a:t> fill(0, 255, 0);</a:t>
            </a:r>
            <a:endParaRPr b="1" sz="1000"/>
          </a:p>
          <a:p>
            <a:pPr indent="0" lvl="0" marL="0" rtl="0" algn="l">
              <a:lnSpc>
                <a:spcPct val="100000"/>
              </a:lnSpc>
              <a:spcBef>
                <a:spcPts val="0"/>
              </a:spcBef>
              <a:spcAft>
                <a:spcPts val="0"/>
              </a:spcAft>
              <a:buNone/>
            </a:pPr>
            <a:r>
              <a:rPr b="1" lang="en" sz="1000"/>
              <a:t>  rect(0, 0, 100, 100);</a:t>
            </a:r>
            <a:endParaRPr b="1" sz="1000"/>
          </a:p>
          <a:p>
            <a:pPr indent="0" lvl="0" marL="0" rtl="0" algn="l">
              <a:lnSpc>
                <a:spcPct val="100000"/>
              </a:lnSpc>
              <a:spcBef>
                <a:spcPts val="0"/>
              </a:spcBef>
              <a:spcAft>
                <a:spcPts val="0"/>
              </a:spcAft>
              <a:buNone/>
            </a:pPr>
            <a:r>
              <a:rPr lang="en" sz="1000"/>
              <a:t>}</a:t>
            </a:r>
            <a:endParaRPr sz="1000"/>
          </a:p>
          <a:p>
            <a:pPr indent="0" lvl="0" marL="0" rtl="0" algn="l">
              <a:lnSpc>
                <a:spcPct val="100000"/>
              </a:lnSpc>
              <a:spcBef>
                <a:spcPts val="0"/>
              </a:spcBef>
              <a:spcAft>
                <a:spcPts val="0"/>
              </a:spcAft>
              <a:buNone/>
            </a:pPr>
            <a:r>
              <a:t/>
            </a:r>
            <a:endParaRPr sz="1000"/>
          </a:p>
          <a:p>
            <a:pPr indent="0" lvl="0" marL="0" rtl="0" algn="l">
              <a:lnSpc>
                <a:spcPct val="100000"/>
              </a:lnSpc>
              <a:spcBef>
                <a:spcPts val="0"/>
              </a:spcBef>
              <a:spcAft>
                <a:spcPts val="0"/>
              </a:spcAft>
              <a:buNone/>
            </a:pPr>
            <a:r>
              <a:rPr lang="en" sz="1000"/>
              <a:t>void drawAxis(int w) {</a:t>
            </a:r>
            <a:endParaRPr sz="1000"/>
          </a:p>
          <a:p>
            <a:pPr indent="0" lvl="0" marL="0" rtl="0" algn="l">
              <a:lnSpc>
                <a:spcPct val="100000"/>
              </a:lnSpc>
              <a:spcBef>
                <a:spcPts val="0"/>
              </a:spcBef>
              <a:spcAft>
                <a:spcPts val="0"/>
              </a:spcAft>
              <a:buNone/>
            </a:pPr>
            <a:r>
              <a:rPr lang="en" sz="1000"/>
              <a:t>  for(int x=0; x&lt;width; x+=w)</a:t>
            </a:r>
            <a:endParaRPr sz="1000"/>
          </a:p>
          <a:p>
            <a:pPr indent="0" lvl="0" marL="0" rtl="0" algn="l">
              <a:lnSpc>
                <a:spcPct val="100000"/>
              </a:lnSpc>
              <a:spcBef>
                <a:spcPts val="0"/>
              </a:spcBef>
              <a:spcAft>
                <a:spcPts val="0"/>
              </a:spcAft>
              <a:buNone/>
            </a:pPr>
            <a:r>
              <a:rPr lang="en" sz="1000"/>
              <a:t>    line(x, 0, x, height);</a:t>
            </a:r>
            <a:endParaRPr sz="1000"/>
          </a:p>
          <a:p>
            <a:pPr indent="0" lvl="0" marL="0" rtl="0" algn="l">
              <a:lnSpc>
                <a:spcPct val="100000"/>
              </a:lnSpc>
              <a:spcBef>
                <a:spcPts val="0"/>
              </a:spcBef>
              <a:spcAft>
                <a:spcPts val="0"/>
              </a:spcAft>
              <a:buNone/>
            </a:pPr>
            <a:r>
              <a:rPr lang="en" sz="1000"/>
              <a:t>  for(int y=0; y&lt;height; y+=w)</a:t>
            </a:r>
            <a:endParaRPr sz="1000"/>
          </a:p>
          <a:p>
            <a:pPr indent="0" lvl="0" marL="0" rtl="0" algn="l">
              <a:lnSpc>
                <a:spcPct val="100000"/>
              </a:lnSpc>
              <a:spcBef>
                <a:spcPts val="0"/>
              </a:spcBef>
              <a:spcAft>
                <a:spcPts val="0"/>
              </a:spcAft>
              <a:buNone/>
            </a:pPr>
            <a:r>
              <a:rPr lang="en" sz="1000"/>
              <a:t>    line(0, y, width, y);</a:t>
            </a:r>
            <a:endParaRPr sz="1000"/>
          </a:p>
          <a:p>
            <a:pPr indent="0" lvl="0" marL="0" rtl="0" algn="l">
              <a:lnSpc>
                <a:spcPct val="100000"/>
              </a:lnSpc>
              <a:spcBef>
                <a:spcPts val="0"/>
              </a:spcBef>
              <a:spcAft>
                <a:spcPts val="0"/>
              </a:spcAft>
              <a:buNone/>
            </a:pPr>
            <a:r>
              <a:rPr lang="en" sz="1000"/>
              <a:t>}</a:t>
            </a:r>
            <a:endParaRPr sz="1000"/>
          </a:p>
          <a:p>
            <a:pPr indent="0" lvl="0" marL="0" rtl="0" algn="l">
              <a:lnSpc>
                <a:spcPct val="100000"/>
              </a:lnSpc>
              <a:spcBef>
                <a:spcPts val="0"/>
              </a:spcBef>
              <a:spcAft>
                <a:spcPts val="0"/>
              </a:spcAft>
              <a:buNone/>
            </a:pPr>
            <a:r>
              <a:t/>
            </a:r>
            <a:endParaRPr sz="1000"/>
          </a:p>
          <a:p>
            <a:pPr indent="0" lvl="0" marL="0" rtl="0" algn="l">
              <a:spcBef>
                <a:spcPts val="0"/>
              </a:spcBef>
              <a:spcAft>
                <a:spcPts val="1600"/>
              </a:spcAft>
              <a:buNone/>
            </a:pPr>
            <a:r>
              <a:t/>
            </a:r>
            <a:endParaRPr/>
          </a:p>
        </p:txBody>
      </p:sp>
      <p:sp>
        <p:nvSpPr>
          <p:cNvPr id="86" name="Google Shape;86;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87" name="Google Shape;87;p17"/>
          <p:cNvPicPr preferRelativeResize="0"/>
          <p:nvPr/>
        </p:nvPicPr>
        <p:blipFill>
          <a:blip r:embed="rId3">
            <a:alphaModFix/>
          </a:blip>
          <a:stretch>
            <a:fillRect/>
          </a:stretch>
        </p:blipFill>
        <p:spPr>
          <a:xfrm>
            <a:off x="5217948" y="1118375"/>
            <a:ext cx="3362550" cy="348463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
                                        </p:tgtEl>
                                        <p:attrNameLst>
                                          <p:attrName>style.visibility</p:attrName>
                                        </p:attrNameLst>
                                      </p:cBhvr>
                                      <p:to>
                                        <p:strVal val="visible"/>
                                      </p:to>
                                    </p:set>
                                    <p:animEffect filter="fade" transition="in">
                                      <p:cBhvr>
                                        <p:cTn dur="1000"/>
                                        <p:tgtEl>
                                          <p:spTgt spid="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Translation</a:t>
            </a:r>
            <a:endParaRPr/>
          </a:p>
        </p:txBody>
      </p:sp>
      <p:sp>
        <p:nvSpPr>
          <p:cNvPr id="93" name="Google Shape;93;p18"/>
          <p:cNvSpPr txBox="1"/>
          <p:nvPr>
            <p:ph idx="1" type="body"/>
          </p:nvPr>
        </p:nvSpPr>
        <p:spPr>
          <a:xfrm>
            <a:off x="311700" y="1152488"/>
            <a:ext cx="37983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000"/>
              <a:t>v</a:t>
            </a:r>
            <a:r>
              <a:rPr lang="en" sz="1000"/>
              <a:t>oid setup() {</a:t>
            </a:r>
            <a:endParaRPr sz="1000"/>
          </a:p>
          <a:p>
            <a:pPr indent="0" lvl="0" marL="0" rtl="0" algn="l">
              <a:lnSpc>
                <a:spcPct val="100000"/>
              </a:lnSpc>
              <a:spcBef>
                <a:spcPts val="0"/>
              </a:spcBef>
              <a:spcAft>
                <a:spcPts val="0"/>
              </a:spcAft>
              <a:buNone/>
            </a:pPr>
            <a:r>
              <a:rPr lang="en" sz="1000"/>
              <a:t>  size(600, 600);</a:t>
            </a:r>
            <a:endParaRPr sz="1000"/>
          </a:p>
          <a:p>
            <a:pPr indent="0" lvl="0" marL="0" rtl="0" algn="l">
              <a:lnSpc>
                <a:spcPct val="100000"/>
              </a:lnSpc>
              <a:spcBef>
                <a:spcPts val="0"/>
              </a:spcBef>
              <a:spcAft>
                <a:spcPts val="0"/>
              </a:spcAft>
              <a:buNone/>
            </a:pPr>
            <a:r>
              <a:rPr lang="en" sz="1000"/>
              <a:t>  rectMode(CENTER);</a:t>
            </a:r>
            <a:endParaRPr sz="1000"/>
          </a:p>
          <a:p>
            <a:pPr indent="0" lvl="0" marL="0" rtl="0" algn="l">
              <a:lnSpc>
                <a:spcPct val="100000"/>
              </a:lnSpc>
              <a:spcBef>
                <a:spcPts val="0"/>
              </a:spcBef>
              <a:spcAft>
                <a:spcPts val="0"/>
              </a:spcAft>
              <a:buNone/>
            </a:pPr>
            <a:r>
              <a:rPr lang="en" sz="1000"/>
              <a:t>}</a:t>
            </a:r>
            <a:endParaRPr sz="1000"/>
          </a:p>
          <a:p>
            <a:pPr indent="0" lvl="0" marL="0" rtl="0" algn="l">
              <a:lnSpc>
                <a:spcPct val="100000"/>
              </a:lnSpc>
              <a:spcBef>
                <a:spcPts val="0"/>
              </a:spcBef>
              <a:spcAft>
                <a:spcPts val="0"/>
              </a:spcAft>
              <a:buNone/>
            </a:pPr>
            <a:r>
              <a:t/>
            </a:r>
            <a:endParaRPr sz="1000"/>
          </a:p>
          <a:p>
            <a:pPr indent="0" lvl="0" marL="0" rtl="0" algn="l">
              <a:lnSpc>
                <a:spcPct val="100000"/>
              </a:lnSpc>
              <a:spcBef>
                <a:spcPts val="0"/>
              </a:spcBef>
              <a:spcAft>
                <a:spcPts val="0"/>
              </a:spcAft>
              <a:buNone/>
            </a:pPr>
            <a:r>
              <a:rPr lang="en" sz="1000"/>
              <a:t>void draw() {</a:t>
            </a:r>
            <a:endParaRPr sz="1000"/>
          </a:p>
          <a:p>
            <a:pPr indent="0" lvl="0" marL="0" rtl="0" algn="l">
              <a:lnSpc>
                <a:spcPct val="100000"/>
              </a:lnSpc>
              <a:spcBef>
                <a:spcPts val="0"/>
              </a:spcBef>
              <a:spcAft>
                <a:spcPts val="0"/>
              </a:spcAft>
              <a:buNone/>
            </a:pPr>
            <a:r>
              <a:rPr lang="en" sz="1000"/>
              <a:t>  background(200);</a:t>
            </a:r>
            <a:endParaRPr sz="1000"/>
          </a:p>
          <a:p>
            <a:pPr indent="0" lvl="0" marL="0" rtl="0" algn="l">
              <a:lnSpc>
                <a:spcPct val="100000"/>
              </a:lnSpc>
              <a:spcBef>
                <a:spcPts val="0"/>
              </a:spcBef>
              <a:spcAft>
                <a:spcPts val="0"/>
              </a:spcAft>
              <a:buNone/>
            </a:pPr>
            <a:r>
              <a:rPr lang="en" sz="1000"/>
              <a:t>  drawAxis(100);</a:t>
            </a:r>
            <a:endParaRPr sz="1000"/>
          </a:p>
          <a:p>
            <a:pPr indent="0" lvl="0" marL="0" rtl="0" algn="l">
              <a:lnSpc>
                <a:spcPct val="100000"/>
              </a:lnSpc>
              <a:spcBef>
                <a:spcPts val="0"/>
              </a:spcBef>
              <a:spcAft>
                <a:spcPts val="0"/>
              </a:spcAft>
              <a:buNone/>
            </a:pPr>
            <a:r>
              <a:t/>
            </a:r>
            <a:endParaRPr sz="1000"/>
          </a:p>
          <a:p>
            <a:pPr indent="0" lvl="0" marL="0" rtl="0" algn="l">
              <a:lnSpc>
                <a:spcPct val="100000"/>
              </a:lnSpc>
              <a:spcBef>
                <a:spcPts val="0"/>
              </a:spcBef>
              <a:spcAft>
                <a:spcPts val="0"/>
              </a:spcAft>
              <a:buNone/>
            </a:pPr>
            <a:r>
              <a:rPr lang="en" sz="1000"/>
              <a:t> </a:t>
            </a:r>
            <a:r>
              <a:rPr b="1" lang="en" sz="1000"/>
              <a:t> translate(100, 100);</a:t>
            </a:r>
            <a:endParaRPr b="1" sz="1000"/>
          </a:p>
          <a:p>
            <a:pPr indent="0" lvl="0" marL="0" rtl="0" algn="l">
              <a:lnSpc>
                <a:spcPct val="100000"/>
              </a:lnSpc>
              <a:spcBef>
                <a:spcPts val="0"/>
              </a:spcBef>
              <a:spcAft>
                <a:spcPts val="0"/>
              </a:spcAft>
              <a:buNone/>
            </a:pPr>
            <a:r>
              <a:rPr lang="en" sz="1000"/>
              <a:t>  </a:t>
            </a:r>
            <a:endParaRPr sz="1000"/>
          </a:p>
          <a:p>
            <a:pPr indent="0" lvl="0" marL="0" rtl="0" algn="l">
              <a:lnSpc>
                <a:spcPct val="100000"/>
              </a:lnSpc>
              <a:spcBef>
                <a:spcPts val="0"/>
              </a:spcBef>
              <a:spcAft>
                <a:spcPts val="0"/>
              </a:spcAft>
              <a:buNone/>
            </a:pPr>
            <a:r>
              <a:rPr lang="en" sz="1000"/>
              <a:t>  fill(0, 255, 0);</a:t>
            </a:r>
            <a:endParaRPr sz="1000"/>
          </a:p>
          <a:p>
            <a:pPr indent="0" lvl="0" marL="0" rtl="0" algn="l">
              <a:lnSpc>
                <a:spcPct val="100000"/>
              </a:lnSpc>
              <a:spcBef>
                <a:spcPts val="0"/>
              </a:spcBef>
              <a:spcAft>
                <a:spcPts val="0"/>
              </a:spcAft>
              <a:buNone/>
            </a:pPr>
            <a:r>
              <a:rPr lang="en" sz="1000"/>
              <a:t>  rect(0, 0, 100, 100);</a:t>
            </a:r>
            <a:endParaRPr sz="1000"/>
          </a:p>
          <a:p>
            <a:pPr indent="0" lvl="0" marL="0" rtl="0" algn="l">
              <a:lnSpc>
                <a:spcPct val="100000"/>
              </a:lnSpc>
              <a:spcBef>
                <a:spcPts val="0"/>
              </a:spcBef>
              <a:spcAft>
                <a:spcPts val="0"/>
              </a:spcAft>
              <a:buNone/>
            </a:pPr>
            <a:r>
              <a:rPr lang="en" sz="1000"/>
              <a:t>}</a:t>
            </a:r>
            <a:endParaRPr sz="1000"/>
          </a:p>
          <a:p>
            <a:pPr indent="0" lvl="0" marL="0" rtl="0" algn="l">
              <a:lnSpc>
                <a:spcPct val="100000"/>
              </a:lnSpc>
              <a:spcBef>
                <a:spcPts val="0"/>
              </a:spcBef>
              <a:spcAft>
                <a:spcPts val="0"/>
              </a:spcAft>
              <a:buNone/>
            </a:pPr>
            <a:r>
              <a:t/>
            </a:r>
            <a:endParaRPr sz="1000"/>
          </a:p>
          <a:p>
            <a:pPr indent="0" lvl="0" marL="0" rtl="0" algn="l">
              <a:lnSpc>
                <a:spcPct val="100000"/>
              </a:lnSpc>
              <a:spcBef>
                <a:spcPts val="0"/>
              </a:spcBef>
              <a:spcAft>
                <a:spcPts val="0"/>
              </a:spcAft>
              <a:buNone/>
            </a:pPr>
            <a:r>
              <a:rPr lang="en" sz="1000"/>
              <a:t>void drawAxis(int w) {</a:t>
            </a:r>
            <a:endParaRPr sz="1000"/>
          </a:p>
          <a:p>
            <a:pPr indent="0" lvl="0" marL="0" rtl="0" algn="l">
              <a:lnSpc>
                <a:spcPct val="100000"/>
              </a:lnSpc>
              <a:spcBef>
                <a:spcPts val="0"/>
              </a:spcBef>
              <a:spcAft>
                <a:spcPts val="0"/>
              </a:spcAft>
              <a:buNone/>
            </a:pPr>
            <a:r>
              <a:rPr lang="en" sz="1000"/>
              <a:t>  for(int x=0; x&lt;width; x+=w)</a:t>
            </a:r>
            <a:endParaRPr sz="1000"/>
          </a:p>
          <a:p>
            <a:pPr indent="0" lvl="0" marL="0" rtl="0" algn="l">
              <a:lnSpc>
                <a:spcPct val="100000"/>
              </a:lnSpc>
              <a:spcBef>
                <a:spcPts val="0"/>
              </a:spcBef>
              <a:spcAft>
                <a:spcPts val="0"/>
              </a:spcAft>
              <a:buNone/>
            </a:pPr>
            <a:r>
              <a:rPr lang="en" sz="1000"/>
              <a:t>    line(x, 0, x, height);</a:t>
            </a:r>
            <a:endParaRPr sz="1000"/>
          </a:p>
          <a:p>
            <a:pPr indent="0" lvl="0" marL="0" rtl="0" algn="l">
              <a:lnSpc>
                <a:spcPct val="100000"/>
              </a:lnSpc>
              <a:spcBef>
                <a:spcPts val="0"/>
              </a:spcBef>
              <a:spcAft>
                <a:spcPts val="0"/>
              </a:spcAft>
              <a:buNone/>
            </a:pPr>
            <a:r>
              <a:rPr lang="en" sz="1000"/>
              <a:t>  for(int y=0; y&lt;height; y+=w)</a:t>
            </a:r>
            <a:endParaRPr sz="1000"/>
          </a:p>
          <a:p>
            <a:pPr indent="0" lvl="0" marL="0" rtl="0" algn="l">
              <a:lnSpc>
                <a:spcPct val="100000"/>
              </a:lnSpc>
              <a:spcBef>
                <a:spcPts val="0"/>
              </a:spcBef>
              <a:spcAft>
                <a:spcPts val="0"/>
              </a:spcAft>
              <a:buNone/>
            </a:pPr>
            <a:r>
              <a:rPr lang="en" sz="1000"/>
              <a:t>    line(0, y, width, y);</a:t>
            </a:r>
            <a:endParaRPr sz="1000"/>
          </a:p>
          <a:p>
            <a:pPr indent="0" lvl="0" marL="0" rtl="0" algn="l">
              <a:lnSpc>
                <a:spcPct val="100000"/>
              </a:lnSpc>
              <a:spcBef>
                <a:spcPts val="0"/>
              </a:spcBef>
              <a:spcAft>
                <a:spcPts val="0"/>
              </a:spcAft>
              <a:buNone/>
            </a:pPr>
            <a:r>
              <a:rPr lang="en" sz="1000"/>
              <a:t>}</a:t>
            </a:r>
            <a:endParaRPr sz="1000"/>
          </a:p>
          <a:p>
            <a:pPr indent="0" lvl="0" marL="0" rtl="0" algn="l">
              <a:lnSpc>
                <a:spcPct val="100000"/>
              </a:lnSpc>
              <a:spcBef>
                <a:spcPts val="0"/>
              </a:spcBef>
              <a:spcAft>
                <a:spcPts val="0"/>
              </a:spcAft>
              <a:buNone/>
            </a:pPr>
            <a:r>
              <a:t/>
            </a:r>
            <a:endParaRPr sz="1000"/>
          </a:p>
          <a:p>
            <a:pPr indent="0" lvl="0" marL="0" rtl="0" algn="l">
              <a:spcBef>
                <a:spcPts val="0"/>
              </a:spcBef>
              <a:spcAft>
                <a:spcPts val="1600"/>
              </a:spcAft>
              <a:buNone/>
            </a:pPr>
            <a:r>
              <a:t/>
            </a:r>
            <a:endParaRPr/>
          </a:p>
        </p:txBody>
      </p:sp>
      <p:sp>
        <p:nvSpPr>
          <p:cNvPr id="94" name="Google Shape;94;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95" name="Google Shape;95;p18"/>
          <p:cNvPicPr preferRelativeResize="0"/>
          <p:nvPr/>
        </p:nvPicPr>
        <p:blipFill>
          <a:blip r:embed="rId3">
            <a:alphaModFix/>
          </a:blip>
          <a:stretch>
            <a:fillRect/>
          </a:stretch>
        </p:blipFill>
        <p:spPr>
          <a:xfrm>
            <a:off x="5217948" y="1118363"/>
            <a:ext cx="3362550" cy="3484632"/>
          </a:xfrm>
          <a:prstGeom prst="rect">
            <a:avLst/>
          </a:prstGeom>
          <a:noFill/>
          <a:ln>
            <a:noFill/>
          </a:ln>
        </p:spPr>
      </p:pic>
      <p:pic>
        <p:nvPicPr>
          <p:cNvPr id="96" name="Google Shape;96;p18"/>
          <p:cNvPicPr preferRelativeResize="0"/>
          <p:nvPr/>
        </p:nvPicPr>
        <p:blipFill>
          <a:blip r:embed="rId4">
            <a:alphaModFix/>
          </a:blip>
          <a:stretch>
            <a:fillRect/>
          </a:stretch>
        </p:blipFill>
        <p:spPr>
          <a:xfrm>
            <a:off x="5217948" y="1118363"/>
            <a:ext cx="3362550" cy="348463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
                                        </p:tgtEl>
                                        <p:attrNameLst>
                                          <p:attrName>style.visibility</p:attrName>
                                        </p:attrNameLst>
                                      </p:cBhvr>
                                      <p:to>
                                        <p:strVal val="visible"/>
                                      </p:to>
                                    </p:set>
                                    <p:animEffect filter="fade" transition="in">
                                      <p:cBhvr>
                                        <p:cTn dur="1000"/>
                                        <p:tgtEl>
                                          <p:spTgt spid="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Translation</a:t>
            </a:r>
            <a:endParaRPr/>
          </a:p>
        </p:txBody>
      </p:sp>
      <p:sp>
        <p:nvSpPr>
          <p:cNvPr id="102" name="Google Shape;102;p19"/>
          <p:cNvSpPr txBox="1"/>
          <p:nvPr>
            <p:ph idx="1" type="body"/>
          </p:nvPr>
        </p:nvSpPr>
        <p:spPr>
          <a:xfrm>
            <a:off x="311700" y="1152488"/>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000"/>
              <a:t>void setup() {</a:t>
            </a:r>
            <a:endParaRPr sz="1000"/>
          </a:p>
          <a:p>
            <a:pPr indent="0" lvl="0" marL="0" rtl="0" algn="l">
              <a:lnSpc>
                <a:spcPct val="100000"/>
              </a:lnSpc>
              <a:spcBef>
                <a:spcPts val="0"/>
              </a:spcBef>
              <a:spcAft>
                <a:spcPts val="0"/>
              </a:spcAft>
              <a:buNone/>
            </a:pPr>
            <a:r>
              <a:rPr lang="en" sz="1000"/>
              <a:t>  size(600, 600);</a:t>
            </a:r>
            <a:endParaRPr sz="1000"/>
          </a:p>
          <a:p>
            <a:pPr indent="0" lvl="0" marL="0" rtl="0" algn="l">
              <a:lnSpc>
                <a:spcPct val="100000"/>
              </a:lnSpc>
              <a:spcBef>
                <a:spcPts val="0"/>
              </a:spcBef>
              <a:spcAft>
                <a:spcPts val="0"/>
              </a:spcAft>
              <a:buNone/>
            </a:pPr>
            <a:r>
              <a:rPr lang="en" sz="1000"/>
              <a:t>  rectMode(CENTER);</a:t>
            </a:r>
            <a:endParaRPr sz="1000"/>
          </a:p>
          <a:p>
            <a:pPr indent="0" lvl="0" marL="0" rtl="0" algn="l">
              <a:lnSpc>
                <a:spcPct val="100000"/>
              </a:lnSpc>
              <a:spcBef>
                <a:spcPts val="0"/>
              </a:spcBef>
              <a:spcAft>
                <a:spcPts val="0"/>
              </a:spcAft>
              <a:buNone/>
            </a:pPr>
            <a:r>
              <a:rPr lang="en" sz="1000"/>
              <a:t>}</a:t>
            </a:r>
            <a:endParaRPr sz="1000"/>
          </a:p>
          <a:p>
            <a:pPr indent="0" lvl="0" marL="0" rtl="0" algn="l">
              <a:lnSpc>
                <a:spcPct val="100000"/>
              </a:lnSpc>
              <a:spcBef>
                <a:spcPts val="0"/>
              </a:spcBef>
              <a:spcAft>
                <a:spcPts val="0"/>
              </a:spcAft>
              <a:buNone/>
            </a:pPr>
            <a:r>
              <a:t/>
            </a:r>
            <a:endParaRPr sz="1000"/>
          </a:p>
          <a:p>
            <a:pPr indent="0" lvl="0" marL="0" rtl="0" algn="l">
              <a:lnSpc>
                <a:spcPct val="100000"/>
              </a:lnSpc>
              <a:spcBef>
                <a:spcPts val="0"/>
              </a:spcBef>
              <a:spcAft>
                <a:spcPts val="0"/>
              </a:spcAft>
              <a:buNone/>
            </a:pPr>
            <a:r>
              <a:rPr lang="en" sz="1000"/>
              <a:t>void draw() {</a:t>
            </a:r>
            <a:endParaRPr sz="1000"/>
          </a:p>
          <a:p>
            <a:pPr indent="0" lvl="0" marL="0" rtl="0" algn="l">
              <a:lnSpc>
                <a:spcPct val="100000"/>
              </a:lnSpc>
              <a:spcBef>
                <a:spcPts val="0"/>
              </a:spcBef>
              <a:spcAft>
                <a:spcPts val="0"/>
              </a:spcAft>
              <a:buNone/>
            </a:pPr>
            <a:r>
              <a:rPr lang="en" sz="1000"/>
              <a:t>  background(200);</a:t>
            </a:r>
            <a:endParaRPr sz="1000"/>
          </a:p>
          <a:p>
            <a:pPr indent="0" lvl="0" marL="0" rtl="0" algn="l">
              <a:lnSpc>
                <a:spcPct val="100000"/>
              </a:lnSpc>
              <a:spcBef>
                <a:spcPts val="0"/>
              </a:spcBef>
              <a:spcAft>
                <a:spcPts val="0"/>
              </a:spcAft>
              <a:buNone/>
            </a:pPr>
            <a:r>
              <a:rPr lang="en" sz="1000"/>
              <a:t>  drawAxis(100);</a:t>
            </a:r>
            <a:endParaRPr sz="1000"/>
          </a:p>
          <a:p>
            <a:pPr indent="0" lvl="0" marL="0" rtl="0" algn="l">
              <a:lnSpc>
                <a:spcPct val="100000"/>
              </a:lnSpc>
              <a:spcBef>
                <a:spcPts val="0"/>
              </a:spcBef>
              <a:spcAft>
                <a:spcPts val="0"/>
              </a:spcAft>
              <a:buNone/>
            </a:pPr>
            <a:r>
              <a:t/>
            </a:r>
            <a:endParaRPr sz="1000"/>
          </a:p>
          <a:p>
            <a:pPr indent="0" lvl="0" marL="0" rtl="0" algn="l">
              <a:lnSpc>
                <a:spcPct val="100000"/>
              </a:lnSpc>
              <a:spcBef>
                <a:spcPts val="0"/>
              </a:spcBef>
              <a:spcAft>
                <a:spcPts val="0"/>
              </a:spcAft>
              <a:buNone/>
            </a:pPr>
            <a:r>
              <a:rPr lang="en" sz="1000"/>
              <a:t>  translate(100, 100);</a:t>
            </a:r>
            <a:endParaRPr sz="1000"/>
          </a:p>
          <a:p>
            <a:pPr indent="0" lvl="0" marL="0" rtl="0" algn="l">
              <a:lnSpc>
                <a:spcPct val="100000"/>
              </a:lnSpc>
              <a:spcBef>
                <a:spcPts val="0"/>
              </a:spcBef>
              <a:spcAft>
                <a:spcPts val="0"/>
              </a:spcAft>
              <a:buNone/>
            </a:pPr>
            <a:r>
              <a:rPr lang="en" sz="1000"/>
              <a:t>  </a:t>
            </a:r>
            <a:endParaRPr sz="1000"/>
          </a:p>
          <a:p>
            <a:pPr indent="0" lvl="0" marL="0" rtl="0" algn="l">
              <a:lnSpc>
                <a:spcPct val="100000"/>
              </a:lnSpc>
              <a:spcBef>
                <a:spcPts val="0"/>
              </a:spcBef>
              <a:spcAft>
                <a:spcPts val="0"/>
              </a:spcAft>
              <a:buNone/>
            </a:pPr>
            <a:r>
              <a:rPr lang="en" sz="1000"/>
              <a:t>  fill(0, 255, 0);</a:t>
            </a:r>
            <a:endParaRPr sz="1000"/>
          </a:p>
          <a:p>
            <a:pPr indent="0" lvl="0" marL="0" rtl="0" algn="l">
              <a:lnSpc>
                <a:spcPct val="100000"/>
              </a:lnSpc>
              <a:spcBef>
                <a:spcPts val="0"/>
              </a:spcBef>
              <a:spcAft>
                <a:spcPts val="0"/>
              </a:spcAft>
              <a:buNone/>
            </a:pPr>
            <a:r>
              <a:rPr lang="en" sz="1000"/>
              <a:t>  rect(0, 0, 100, 100);</a:t>
            </a:r>
            <a:endParaRPr sz="1000"/>
          </a:p>
          <a:p>
            <a:pPr indent="0" lvl="0" marL="0" rtl="0" algn="l">
              <a:lnSpc>
                <a:spcPct val="100000"/>
              </a:lnSpc>
              <a:spcBef>
                <a:spcPts val="0"/>
              </a:spcBef>
              <a:spcAft>
                <a:spcPts val="0"/>
              </a:spcAft>
              <a:buNone/>
            </a:pPr>
            <a:r>
              <a:rPr lang="en" sz="1000"/>
              <a:t>}</a:t>
            </a:r>
            <a:endParaRPr sz="1000"/>
          </a:p>
          <a:p>
            <a:pPr indent="0" lvl="0" marL="0" rtl="0" algn="l">
              <a:lnSpc>
                <a:spcPct val="100000"/>
              </a:lnSpc>
              <a:spcBef>
                <a:spcPts val="0"/>
              </a:spcBef>
              <a:spcAft>
                <a:spcPts val="0"/>
              </a:spcAft>
              <a:buNone/>
            </a:pPr>
            <a:r>
              <a:t/>
            </a:r>
            <a:endParaRPr sz="1000"/>
          </a:p>
          <a:p>
            <a:pPr indent="0" lvl="0" marL="0" rtl="0" algn="l">
              <a:lnSpc>
                <a:spcPct val="100000"/>
              </a:lnSpc>
              <a:spcBef>
                <a:spcPts val="0"/>
              </a:spcBef>
              <a:spcAft>
                <a:spcPts val="0"/>
              </a:spcAft>
              <a:buNone/>
            </a:pPr>
            <a:r>
              <a:rPr b="1" lang="en" sz="1000"/>
              <a:t>void drawObject(int r, int g, int b, int w, int h) {</a:t>
            </a:r>
            <a:endParaRPr b="1" sz="1000"/>
          </a:p>
          <a:p>
            <a:pPr indent="0" lvl="0" marL="0" rtl="0" algn="l">
              <a:lnSpc>
                <a:spcPct val="100000"/>
              </a:lnSpc>
              <a:spcBef>
                <a:spcPts val="0"/>
              </a:spcBef>
              <a:spcAft>
                <a:spcPts val="0"/>
              </a:spcAft>
              <a:buNone/>
            </a:pPr>
            <a:r>
              <a:rPr b="1" lang="en" sz="1000"/>
              <a:t>  fill(r, g, b);</a:t>
            </a:r>
            <a:endParaRPr b="1" sz="1000"/>
          </a:p>
          <a:p>
            <a:pPr indent="0" lvl="0" marL="0" rtl="0" algn="l">
              <a:lnSpc>
                <a:spcPct val="100000"/>
              </a:lnSpc>
              <a:spcBef>
                <a:spcPts val="0"/>
              </a:spcBef>
              <a:spcAft>
                <a:spcPts val="0"/>
              </a:spcAft>
              <a:buNone/>
            </a:pPr>
            <a:r>
              <a:rPr b="1" lang="en" sz="1000"/>
              <a:t>  rect(0, 0, w, h);</a:t>
            </a:r>
            <a:endParaRPr b="1" sz="1000"/>
          </a:p>
          <a:p>
            <a:pPr indent="0" lvl="0" marL="0" rtl="0" algn="l">
              <a:lnSpc>
                <a:spcPct val="100000"/>
              </a:lnSpc>
              <a:spcBef>
                <a:spcPts val="0"/>
              </a:spcBef>
              <a:spcAft>
                <a:spcPts val="0"/>
              </a:spcAft>
              <a:buNone/>
            </a:pPr>
            <a:r>
              <a:rPr b="1" lang="en" sz="1000"/>
              <a:t>}</a:t>
            </a:r>
            <a:endParaRPr b="1" sz="1000"/>
          </a:p>
          <a:p>
            <a:pPr indent="0" lvl="0" marL="0" rtl="0" algn="l">
              <a:lnSpc>
                <a:spcPct val="100000"/>
              </a:lnSpc>
              <a:spcBef>
                <a:spcPts val="0"/>
              </a:spcBef>
              <a:spcAft>
                <a:spcPts val="0"/>
              </a:spcAft>
              <a:buNone/>
            </a:pPr>
            <a:r>
              <a:rPr lang="en" sz="1000"/>
              <a:t> </a:t>
            </a:r>
            <a:endParaRPr sz="1000"/>
          </a:p>
          <a:p>
            <a:pPr indent="0" lvl="0" marL="0" rtl="0" algn="l">
              <a:lnSpc>
                <a:spcPct val="100000"/>
              </a:lnSpc>
              <a:spcBef>
                <a:spcPts val="0"/>
              </a:spcBef>
              <a:spcAft>
                <a:spcPts val="0"/>
              </a:spcAft>
              <a:buNone/>
            </a:pPr>
            <a:r>
              <a:rPr lang="en" sz="1000"/>
              <a:t>void drawAxis(int w) { … }</a:t>
            </a:r>
            <a:endParaRPr sz="1000"/>
          </a:p>
          <a:p>
            <a:pPr indent="0" lvl="0" marL="0" rtl="0" algn="l">
              <a:lnSpc>
                <a:spcPct val="100000"/>
              </a:lnSpc>
              <a:spcBef>
                <a:spcPts val="0"/>
              </a:spcBef>
              <a:spcAft>
                <a:spcPts val="0"/>
              </a:spcAft>
              <a:buNone/>
            </a:pPr>
            <a:r>
              <a:t/>
            </a:r>
            <a:endParaRPr sz="1000"/>
          </a:p>
          <a:p>
            <a:pPr indent="0" lvl="0" marL="0" rtl="0" algn="l">
              <a:spcBef>
                <a:spcPts val="0"/>
              </a:spcBef>
              <a:spcAft>
                <a:spcPts val="1600"/>
              </a:spcAft>
              <a:buNone/>
            </a:pPr>
            <a:r>
              <a:t/>
            </a:r>
            <a:endParaRPr/>
          </a:p>
        </p:txBody>
      </p:sp>
      <p:sp>
        <p:nvSpPr>
          <p:cNvPr id="103" name="Google Shape;103;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04" name="Google Shape;104;p19"/>
          <p:cNvPicPr preferRelativeResize="0"/>
          <p:nvPr/>
        </p:nvPicPr>
        <p:blipFill>
          <a:blip r:embed="rId3">
            <a:alphaModFix/>
          </a:blip>
          <a:stretch>
            <a:fillRect/>
          </a:stretch>
        </p:blipFill>
        <p:spPr>
          <a:xfrm>
            <a:off x="5217948" y="1118363"/>
            <a:ext cx="3362550" cy="348463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Translation</a:t>
            </a:r>
            <a:endParaRPr/>
          </a:p>
        </p:txBody>
      </p:sp>
      <p:sp>
        <p:nvSpPr>
          <p:cNvPr id="110" name="Google Shape;110;p20"/>
          <p:cNvSpPr txBox="1"/>
          <p:nvPr>
            <p:ph idx="1" type="body"/>
          </p:nvPr>
        </p:nvSpPr>
        <p:spPr>
          <a:xfrm>
            <a:off x="311700" y="1152488"/>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000"/>
              <a:t>void setup() {</a:t>
            </a:r>
            <a:endParaRPr sz="1000"/>
          </a:p>
          <a:p>
            <a:pPr indent="0" lvl="0" marL="0" rtl="0" algn="l">
              <a:lnSpc>
                <a:spcPct val="100000"/>
              </a:lnSpc>
              <a:spcBef>
                <a:spcPts val="0"/>
              </a:spcBef>
              <a:spcAft>
                <a:spcPts val="0"/>
              </a:spcAft>
              <a:buNone/>
            </a:pPr>
            <a:r>
              <a:rPr lang="en" sz="1000"/>
              <a:t>  size(600, 600);</a:t>
            </a:r>
            <a:endParaRPr sz="1000"/>
          </a:p>
          <a:p>
            <a:pPr indent="0" lvl="0" marL="0" rtl="0" algn="l">
              <a:lnSpc>
                <a:spcPct val="100000"/>
              </a:lnSpc>
              <a:spcBef>
                <a:spcPts val="0"/>
              </a:spcBef>
              <a:spcAft>
                <a:spcPts val="0"/>
              </a:spcAft>
              <a:buNone/>
            </a:pPr>
            <a:r>
              <a:rPr lang="en" sz="1000"/>
              <a:t>  rectMode(CENTER);</a:t>
            </a:r>
            <a:endParaRPr sz="1000"/>
          </a:p>
          <a:p>
            <a:pPr indent="0" lvl="0" marL="0" rtl="0" algn="l">
              <a:lnSpc>
                <a:spcPct val="100000"/>
              </a:lnSpc>
              <a:spcBef>
                <a:spcPts val="0"/>
              </a:spcBef>
              <a:spcAft>
                <a:spcPts val="0"/>
              </a:spcAft>
              <a:buNone/>
            </a:pPr>
            <a:r>
              <a:rPr lang="en" sz="1000"/>
              <a:t>}</a:t>
            </a:r>
            <a:endParaRPr sz="1000"/>
          </a:p>
          <a:p>
            <a:pPr indent="0" lvl="0" marL="0" rtl="0" algn="l">
              <a:lnSpc>
                <a:spcPct val="100000"/>
              </a:lnSpc>
              <a:spcBef>
                <a:spcPts val="0"/>
              </a:spcBef>
              <a:spcAft>
                <a:spcPts val="0"/>
              </a:spcAft>
              <a:buNone/>
            </a:pPr>
            <a:r>
              <a:t/>
            </a:r>
            <a:endParaRPr sz="1000"/>
          </a:p>
          <a:p>
            <a:pPr indent="0" lvl="0" marL="0" rtl="0" algn="l">
              <a:lnSpc>
                <a:spcPct val="100000"/>
              </a:lnSpc>
              <a:spcBef>
                <a:spcPts val="0"/>
              </a:spcBef>
              <a:spcAft>
                <a:spcPts val="0"/>
              </a:spcAft>
              <a:buNone/>
            </a:pPr>
            <a:r>
              <a:rPr lang="en" sz="1000"/>
              <a:t>void draw() {</a:t>
            </a:r>
            <a:endParaRPr sz="1000"/>
          </a:p>
          <a:p>
            <a:pPr indent="0" lvl="0" marL="0" rtl="0" algn="l">
              <a:lnSpc>
                <a:spcPct val="100000"/>
              </a:lnSpc>
              <a:spcBef>
                <a:spcPts val="0"/>
              </a:spcBef>
              <a:spcAft>
                <a:spcPts val="0"/>
              </a:spcAft>
              <a:buNone/>
            </a:pPr>
            <a:r>
              <a:rPr lang="en" sz="1000"/>
              <a:t>  background(200);</a:t>
            </a:r>
            <a:endParaRPr sz="1000"/>
          </a:p>
          <a:p>
            <a:pPr indent="0" lvl="0" marL="0" rtl="0" algn="l">
              <a:lnSpc>
                <a:spcPct val="100000"/>
              </a:lnSpc>
              <a:spcBef>
                <a:spcPts val="0"/>
              </a:spcBef>
              <a:spcAft>
                <a:spcPts val="0"/>
              </a:spcAft>
              <a:buNone/>
            </a:pPr>
            <a:r>
              <a:rPr lang="en" sz="1000"/>
              <a:t>  drawAxis(100);</a:t>
            </a:r>
            <a:endParaRPr sz="1000"/>
          </a:p>
          <a:p>
            <a:pPr indent="0" lvl="0" marL="0" rtl="0" algn="l">
              <a:lnSpc>
                <a:spcPct val="100000"/>
              </a:lnSpc>
              <a:spcBef>
                <a:spcPts val="0"/>
              </a:spcBef>
              <a:spcAft>
                <a:spcPts val="0"/>
              </a:spcAft>
              <a:buNone/>
            </a:pPr>
            <a:r>
              <a:t/>
            </a:r>
            <a:endParaRPr sz="1000"/>
          </a:p>
          <a:p>
            <a:pPr indent="0" lvl="0" marL="0" rtl="0" algn="l">
              <a:lnSpc>
                <a:spcPct val="100000"/>
              </a:lnSpc>
              <a:spcBef>
                <a:spcPts val="0"/>
              </a:spcBef>
              <a:spcAft>
                <a:spcPts val="0"/>
              </a:spcAft>
              <a:buNone/>
            </a:pPr>
            <a:r>
              <a:rPr lang="en" sz="1000"/>
              <a:t>  translate(100, 100);</a:t>
            </a:r>
            <a:endParaRPr sz="1000"/>
          </a:p>
          <a:p>
            <a:pPr indent="0" lvl="0" marL="0" rtl="0" algn="l">
              <a:lnSpc>
                <a:spcPct val="100000"/>
              </a:lnSpc>
              <a:spcBef>
                <a:spcPts val="0"/>
              </a:spcBef>
              <a:spcAft>
                <a:spcPts val="0"/>
              </a:spcAft>
              <a:buNone/>
            </a:pPr>
            <a:r>
              <a:rPr lang="en" sz="1000"/>
              <a:t>  </a:t>
            </a:r>
            <a:r>
              <a:rPr b="1" lang="en" sz="1000"/>
              <a:t>drawObject(0, 255, 0, 100, 100);</a:t>
            </a:r>
            <a:endParaRPr b="1" sz="1000"/>
          </a:p>
          <a:p>
            <a:pPr indent="0" lvl="0" marL="0" rtl="0" algn="l">
              <a:lnSpc>
                <a:spcPct val="100000"/>
              </a:lnSpc>
              <a:spcBef>
                <a:spcPts val="0"/>
              </a:spcBef>
              <a:spcAft>
                <a:spcPts val="0"/>
              </a:spcAft>
              <a:buNone/>
            </a:pPr>
            <a:r>
              <a:rPr lang="en" sz="1000"/>
              <a:t>}</a:t>
            </a:r>
            <a:endParaRPr sz="1000"/>
          </a:p>
          <a:p>
            <a:pPr indent="0" lvl="0" marL="0" rtl="0" algn="l">
              <a:lnSpc>
                <a:spcPct val="100000"/>
              </a:lnSpc>
              <a:spcBef>
                <a:spcPts val="0"/>
              </a:spcBef>
              <a:spcAft>
                <a:spcPts val="0"/>
              </a:spcAft>
              <a:buNone/>
            </a:pPr>
            <a:r>
              <a:t/>
            </a:r>
            <a:endParaRPr sz="1000"/>
          </a:p>
          <a:p>
            <a:pPr indent="0" lvl="0" marL="0" rtl="0" algn="l">
              <a:lnSpc>
                <a:spcPct val="100000"/>
              </a:lnSpc>
              <a:spcBef>
                <a:spcPts val="0"/>
              </a:spcBef>
              <a:spcAft>
                <a:spcPts val="0"/>
              </a:spcAft>
              <a:buNone/>
            </a:pPr>
            <a:r>
              <a:rPr lang="en" sz="1000"/>
              <a:t>void drawObject(int r, int g, int b, int w, int h) {</a:t>
            </a:r>
            <a:endParaRPr sz="1000"/>
          </a:p>
          <a:p>
            <a:pPr indent="0" lvl="0" marL="0" rtl="0" algn="l">
              <a:lnSpc>
                <a:spcPct val="100000"/>
              </a:lnSpc>
              <a:spcBef>
                <a:spcPts val="0"/>
              </a:spcBef>
              <a:spcAft>
                <a:spcPts val="0"/>
              </a:spcAft>
              <a:buNone/>
            </a:pPr>
            <a:r>
              <a:rPr lang="en" sz="1000"/>
              <a:t>  fill(r, g, b);</a:t>
            </a:r>
            <a:endParaRPr sz="1000"/>
          </a:p>
          <a:p>
            <a:pPr indent="0" lvl="0" marL="0" rtl="0" algn="l">
              <a:lnSpc>
                <a:spcPct val="100000"/>
              </a:lnSpc>
              <a:spcBef>
                <a:spcPts val="0"/>
              </a:spcBef>
              <a:spcAft>
                <a:spcPts val="0"/>
              </a:spcAft>
              <a:buNone/>
            </a:pPr>
            <a:r>
              <a:rPr lang="en" sz="1000"/>
              <a:t>  rect(0, 0, w, h);</a:t>
            </a:r>
            <a:endParaRPr sz="1000"/>
          </a:p>
          <a:p>
            <a:pPr indent="0" lvl="0" marL="0" rtl="0" algn="l">
              <a:lnSpc>
                <a:spcPct val="100000"/>
              </a:lnSpc>
              <a:spcBef>
                <a:spcPts val="0"/>
              </a:spcBef>
              <a:spcAft>
                <a:spcPts val="0"/>
              </a:spcAft>
              <a:buNone/>
            </a:pPr>
            <a:r>
              <a:rPr lang="en" sz="1000"/>
              <a:t>}</a:t>
            </a:r>
            <a:endParaRPr sz="1000"/>
          </a:p>
          <a:p>
            <a:pPr indent="0" lvl="0" marL="0" rtl="0" algn="l">
              <a:lnSpc>
                <a:spcPct val="100000"/>
              </a:lnSpc>
              <a:spcBef>
                <a:spcPts val="0"/>
              </a:spcBef>
              <a:spcAft>
                <a:spcPts val="0"/>
              </a:spcAft>
              <a:buNone/>
            </a:pPr>
            <a:r>
              <a:rPr lang="en" sz="1000"/>
              <a:t> </a:t>
            </a:r>
            <a:endParaRPr sz="1000"/>
          </a:p>
          <a:p>
            <a:pPr indent="0" lvl="0" marL="0" rtl="0" algn="l">
              <a:lnSpc>
                <a:spcPct val="100000"/>
              </a:lnSpc>
              <a:spcBef>
                <a:spcPts val="0"/>
              </a:spcBef>
              <a:spcAft>
                <a:spcPts val="0"/>
              </a:spcAft>
              <a:buNone/>
            </a:pPr>
            <a:r>
              <a:rPr lang="en" sz="1000"/>
              <a:t>void drawAxis(int w) { … }</a:t>
            </a:r>
            <a:endParaRPr sz="1000"/>
          </a:p>
          <a:p>
            <a:pPr indent="0" lvl="0" marL="0" rtl="0" algn="l">
              <a:lnSpc>
                <a:spcPct val="100000"/>
              </a:lnSpc>
              <a:spcBef>
                <a:spcPts val="0"/>
              </a:spcBef>
              <a:spcAft>
                <a:spcPts val="0"/>
              </a:spcAft>
              <a:buNone/>
            </a:pPr>
            <a:r>
              <a:t/>
            </a:r>
            <a:endParaRPr sz="1000"/>
          </a:p>
          <a:p>
            <a:pPr indent="0" lvl="0" marL="0" rtl="0" algn="l">
              <a:spcBef>
                <a:spcPts val="0"/>
              </a:spcBef>
              <a:spcAft>
                <a:spcPts val="1600"/>
              </a:spcAft>
              <a:buNone/>
            </a:pPr>
            <a:r>
              <a:t/>
            </a:r>
            <a:endParaRPr/>
          </a:p>
        </p:txBody>
      </p:sp>
      <p:sp>
        <p:nvSpPr>
          <p:cNvPr id="111" name="Google Shape;111;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12" name="Google Shape;112;p20"/>
          <p:cNvPicPr preferRelativeResize="0"/>
          <p:nvPr/>
        </p:nvPicPr>
        <p:blipFill>
          <a:blip r:embed="rId3">
            <a:alphaModFix/>
          </a:blip>
          <a:stretch>
            <a:fillRect/>
          </a:stretch>
        </p:blipFill>
        <p:spPr>
          <a:xfrm>
            <a:off x="5217948" y="1118375"/>
            <a:ext cx="3362550" cy="348463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Translation</a:t>
            </a:r>
            <a:endParaRPr/>
          </a:p>
        </p:txBody>
      </p:sp>
      <p:sp>
        <p:nvSpPr>
          <p:cNvPr id="118" name="Google Shape;118;p21"/>
          <p:cNvSpPr txBox="1"/>
          <p:nvPr>
            <p:ph idx="1" type="body"/>
          </p:nvPr>
        </p:nvSpPr>
        <p:spPr>
          <a:xfrm>
            <a:off x="311700" y="1152488"/>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000"/>
              <a:t>void setup() {</a:t>
            </a:r>
            <a:endParaRPr sz="1000"/>
          </a:p>
          <a:p>
            <a:pPr indent="0" lvl="0" marL="0" rtl="0" algn="l">
              <a:lnSpc>
                <a:spcPct val="100000"/>
              </a:lnSpc>
              <a:spcBef>
                <a:spcPts val="0"/>
              </a:spcBef>
              <a:spcAft>
                <a:spcPts val="0"/>
              </a:spcAft>
              <a:buNone/>
            </a:pPr>
            <a:r>
              <a:rPr lang="en" sz="1000"/>
              <a:t>  size(600, 600);</a:t>
            </a:r>
            <a:endParaRPr sz="1000"/>
          </a:p>
          <a:p>
            <a:pPr indent="0" lvl="0" marL="0" rtl="0" algn="l">
              <a:lnSpc>
                <a:spcPct val="100000"/>
              </a:lnSpc>
              <a:spcBef>
                <a:spcPts val="0"/>
              </a:spcBef>
              <a:spcAft>
                <a:spcPts val="0"/>
              </a:spcAft>
              <a:buNone/>
            </a:pPr>
            <a:r>
              <a:rPr lang="en" sz="1000"/>
              <a:t>  rectMode(CENTER);</a:t>
            </a:r>
            <a:endParaRPr sz="1000"/>
          </a:p>
          <a:p>
            <a:pPr indent="0" lvl="0" marL="0" rtl="0" algn="l">
              <a:lnSpc>
                <a:spcPct val="100000"/>
              </a:lnSpc>
              <a:spcBef>
                <a:spcPts val="0"/>
              </a:spcBef>
              <a:spcAft>
                <a:spcPts val="0"/>
              </a:spcAft>
              <a:buNone/>
            </a:pPr>
            <a:r>
              <a:rPr lang="en" sz="1000"/>
              <a:t>}</a:t>
            </a:r>
            <a:endParaRPr sz="1000"/>
          </a:p>
          <a:p>
            <a:pPr indent="0" lvl="0" marL="0" rtl="0" algn="l">
              <a:lnSpc>
                <a:spcPct val="100000"/>
              </a:lnSpc>
              <a:spcBef>
                <a:spcPts val="0"/>
              </a:spcBef>
              <a:spcAft>
                <a:spcPts val="0"/>
              </a:spcAft>
              <a:buNone/>
            </a:pPr>
            <a:r>
              <a:t/>
            </a:r>
            <a:endParaRPr sz="1000"/>
          </a:p>
          <a:p>
            <a:pPr indent="0" lvl="0" marL="0" rtl="0" algn="l">
              <a:lnSpc>
                <a:spcPct val="100000"/>
              </a:lnSpc>
              <a:spcBef>
                <a:spcPts val="0"/>
              </a:spcBef>
              <a:spcAft>
                <a:spcPts val="0"/>
              </a:spcAft>
              <a:buNone/>
            </a:pPr>
            <a:r>
              <a:rPr lang="en" sz="1000"/>
              <a:t>void draw() {</a:t>
            </a:r>
            <a:endParaRPr sz="1000"/>
          </a:p>
          <a:p>
            <a:pPr indent="0" lvl="0" marL="0" rtl="0" algn="l">
              <a:lnSpc>
                <a:spcPct val="100000"/>
              </a:lnSpc>
              <a:spcBef>
                <a:spcPts val="0"/>
              </a:spcBef>
              <a:spcAft>
                <a:spcPts val="0"/>
              </a:spcAft>
              <a:buNone/>
            </a:pPr>
            <a:r>
              <a:rPr lang="en" sz="1000"/>
              <a:t>  background(200);</a:t>
            </a:r>
            <a:endParaRPr sz="1000"/>
          </a:p>
          <a:p>
            <a:pPr indent="0" lvl="0" marL="0" rtl="0" algn="l">
              <a:lnSpc>
                <a:spcPct val="100000"/>
              </a:lnSpc>
              <a:spcBef>
                <a:spcPts val="0"/>
              </a:spcBef>
              <a:spcAft>
                <a:spcPts val="0"/>
              </a:spcAft>
              <a:buNone/>
            </a:pPr>
            <a:r>
              <a:rPr lang="en" sz="1000"/>
              <a:t>  drawAxis(100);</a:t>
            </a:r>
            <a:endParaRPr sz="1000"/>
          </a:p>
          <a:p>
            <a:pPr indent="0" lvl="0" marL="0" rtl="0" algn="l">
              <a:lnSpc>
                <a:spcPct val="100000"/>
              </a:lnSpc>
              <a:spcBef>
                <a:spcPts val="0"/>
              </a:spcBef>
              <a:spcAft>
                <a:spcPts val="0"/>
              </a:spcAft>
              <a:buNone/>
            </a:pPr>
            <a:r>
              <a:t/>
            </a:r>
            <a:endParaRPr sz="1000"/>
          </a:p>
          <a:p>
            <a:pPr indent="0" lvl="0" marL="0" rtl="0" algn="l">
              <a:lnSpc>
                <a:spcPct val="100000"/>
              </a:lnSpc>
              <a:spcBef>
                <a:spcPts val="0"/>
              </a:spcBef>
              <a:spcAft>
                <a:spcPts val="0"/>
              </a:spcAft>
              <a:buNone/>
            </a:pPr>
            <a:r>
              <a:t/>
            </a:r>
            <a:endParaRPr sz="1000"/>
          </a:p>
          <a:p>
            <a:pPr indent="0" lvl="0" marL="0" rtl="0" algn="l">
              <a:lnSpc>
                <a:spcPct val="100000"/>
              </a:lnSpc>
              <a:spcBef>
                <a:spcPts val="0"/>
              </a:spcBef>
              <a:spcAft>
                <a:spcPts val="0"/>
              </a:spcAft>
              <a:buNone/>
            </a:pPr>
            <a:r>
              <a:rPr lang="en" sz="1000"/>
              <a:t> </a:t>
            </a:r>
            <a:r>
              <a:rPr b="1" lang="en" sz="1000"/>
              <a:t> drawObject(255, 0, 0, 100, 100);</a:t>
            </a:r>
            <a:endParaRPr b="1" sz="1000"/>
          </a:p>
          <a:p>
            <a:pPr indent="0" lvl="0" marL="0" rtl="0" algn="l">
              <a:lnSpc>
                <a:spcPct val="100000"/>
              </a:lnSpc>
              <a:spcBef>
                <a:spcPts val="0"/>
              </a:spcBef>
              <a:spcAft>
                <a:spcPts val="0"/>
              </a:spcAft>
              <a:buNone/>
            </a:pPr>
            <a:r>
              <a:t/>
            </a:r>
            <a:endParaRPr sz="1000"/>
          </a:p>
          <a:p>
            <a:pPr indent="0" lvl="0" marL="0" rtl="0" algn="l">
              <a:lnSpc>
                <a:spcPct val="100000"/>
              </a:lnSpc>
              <a:spcBef>
                <a:spcPts val="0"/>
              </a:spcBef>
              <a:spcAft>
                <a:spcPts val="0"/>
              </a:spcAft>
              <a:buNone/>
            </a:pPr>
            <a:r>
              <a:rPr lang="en" sz="1000"/>
              <a:t>  translate(100, 100);</a:t>
            </a:r>
            <a:endParaRPr sz="1000"/>
          </a:p>
          <a:p>
            <a:pPr indent="0" lvl="0" marL="0" rtl="0" algn="l">
              <a:lnSpc>
                <a:spcPct val="100000"/>
              </a:lnSpc>
              <a:spcBef>
                <a:spcPts val="0"/>
              </a:spcBef>
              <a:spcAft>
                <a:spcPts val="0"/>
              </a:spcAft>
              <a:buNone/>
            </a:pPr>
            <a:r>
              <a:rPr lang="en" sz="1000"/>
              <a:t>  drawObject(0, 255, 0, 100, 100);</a:t>
            </a:r>
            <a:endParaRPr sz="1000"/>
          </a:p>
          <a:p>
            <a:pPr indent="0" lvl="0" marL="0" rtl="0" algn="l">
              <a:lnSpc>
                <a:spcPct val="100000"/>
              </a:lnSpc>
              <a:spcBef>
                <a:spcPts val="0"/>
              </a:spcBef>
              <a:spcAft>
                <a:spcPts val="0"/>
              </a:spcAft>
              <a:buNone/>
            </a:pPr>
            <a:r>
              <a:rPr lang="en" sz="1000"/>
              <a:t>}</a:t>
            </a:r>
            <a:endParaRPr sz="1000"/>
          </a:p>
          <a:p>
            <a:pPr indent="0" lvl="0" marL="0" rtl="0" algn="l">
              <a:lnSpc>
                <a:spcPct val="100000"/>
              </a:lnSpc>
              <a:spcBef>
                <a:spcPts val="0"/>
              </a:spcBef>
              <a:spcAft>
                <a:spcPts val="0"/>
              </a:spcAft>
              <a:buNone/>
            </a:pPr>
            <a:r>
              <a:t/>
            </a:r>
            <a:endParaRPr sz="1000"/>
          </a:p>
          <a:p>
            <a:pPr indent="0" lvl="0" marL="0" rtl="0" algn="l">
              <a:lnSpc>
                <a:spcPct val="100000"/>
              </a:lnSpc>
              <a:spcBef>
                <a:spcPts val="0"/>
              </a:spcBef>
              <a:spcAft>
                <a:spcPts val="0"/>
              </a:spcAft>
              <a:buNone/>
            </a:pPr>
            <a:r>
              <a:rPr lang="en" sz="1000"/>
              <a:t>void drawObject(int r, int g, int b, int w, int h) { … }</a:t>
            </a:r>
            <a:endParaRPr sz="1000"/>
          </a:p>
          <a:p>
            <a:pPr indent="0" lvl="0" marL="0" rtl="0" algn="l">
              <a:lnSpc>
                <a:spcPct val="100000"/>
              </a:lnSpc>
              <a:spcBef>
                <a:spcPts val="0"/>
              </a:spcBef>
              <a:spcAft>
                <a:spcPts val="0"/>
              </a:spcAft>
              <a:buNone/>
            </a:pPr>
            <a:r>
              <a:rPr lang="en" sz="1000"/>
              <a:t> </a:t>
            </a:r>
            <a:endParaRPr sz="1000"/>
          </a:p>
          <a:p>
            <a:pPr indent="0" lvl="0" marL="0" rtl="0" algn="l">
              <a:lnSpc>
                <a:spcPct val="100000"/>
              </a:lnSpc>
              <a:spcBef>
                <a:spcPts val="0"/>
              </a:spcBef>
              <a:spcAft>
                <a:spcPts val="0"/>
              </a:spcAft>
              <a:buNone/>
            </a:pPr>
            <a:r>
              <a:rPr lang="en" sz="1000"/>
              <a:t>void drawAxis(int w) { … }</a:t>
            </a:r>
            <a:endParaRPr sz="1000"/>
          </a:p>
          <a:p>
            <a:pPr indent="0" lvl="0" marL="0" rtl="0" algn="l">
              <a:lnSpc>
                <a:spcPct val="100000"/>
              </a:lnSpc>
              <a:spcBef>
                <a:spcPts val="0"/>
              </a:spcBef>
              <a:spcAft>
                <a:spcPts val="0"/>
              </a:spcAft>
              <a:buNone/>
            </a:pPr>
            <a:r>
              <a:t/>
            </a:r>
            <a:endParaRPr sz="1000"/>
          </a:p>
          <a:p>
            <a:pPr indent="0" lvl="0" marL="0" rtl="0" algn="l">
              <a:spcBef>
                <a:spcPts val="0"/>
              </a:spcBef>
              <a:spcAft>
                <a:spcPts val="1600"/>
              </a:spcAft>
              <a:buNone/>
            </a:pPr>
            <a:r>
              <a:t/>
            </a:r>
            <a:endParaRPr/>
          </a:p>
        </p:txBody>
      </p:sp>
      <p:sp>
        <p:nvSpPr>
          <p:cNvPr id="119" name="Google Shape;119;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20" name="Google Shape;120;p21"/>
          <p:cNvPicPr preferRelativeResize="0"/>
          <p:nvPr/>
        </p:nvPicPr>
        <p:blipFill>
          <a:blip r:embed="rId3">
            <a:alphaModFix/>
          </a:blip>
          <a:stretch>
            <a:fillRect/>
          </a:stretch>
        </p:blipFill>
        <p:spPr>
          <a:xfrm>
            <a:off x="5217948" y="1118375"/>
            <a:ext cx="3362550" cy="3484632"/>
          </a:xfrm>
          <a:prstGeom prst="rect">
            <a:avLst/>
          </a:prstGeom>
          <a:noFill/>
          <a:ln>
            <a:noFill/>
          </a:ln>
        </p:spPr>
      </p:pic>
      <p:pic>
        <p:nvPicPr>
          <p:cNvPr id="121" name="Google Shape;121;p21"/>
          <p:cNvPicPr preferRelativeResize="0"/>
          <p:nvPr/>
        </p:nvPicPr>
        <p:blipFill>
          <a:blip r:embed="rId4">
            <a:alphaModFix/>
          </a:blip>
          <a:stretch>
            <a:fillRect/>
          </a:stretch>
        </p:blipFill>
        <p:spPr>
          <a:xfrm>
            <a:off x="5217948" y="1098150"/>
            <a:ext cx="3362550" cy="348463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gtEl>
                                        <p:attrNameLst>
                                          <p:attrName>style.visibility</p:attrName>
                                        </p:attrNameLst>
                                      </p:cBhvr>
                                      <p:to>
                                        <p:strVal val="visible"/>
                                      </p:to>
                                    </p:set>
                                    <p:animEffect filter="fade" transition="in">
                                      <p:cBhvr>
                                        <p:cTn dur="1000"/>
                                        <p:tgtEl>
                                          <p:spTgt spid="1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Translation</a:t>
            </a:r>
            <a:endParaRPr/>
          </a:p>
        </p:txBody>
      </p:sp>
      <p:sp>
        <p:nvSpPr>
          <p:cNvPr id="127" name="Google Shape;127;p2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000"/>
              <a:t>void setup() {</a:t>
            </a:r>
            <a:endParaRPr sz="1000"/>
          </a:p>
          <a:p>
            <a:pPr indent="0" lvl="0" marL="0" rtl="0" algn="l">
              <a:lnSpc>
                <a:spcPct val="100000"/>
              </a:lnSpc>
              <a:spcBef>
                <a:spcPts val="0"/>
              </a:spcBef>
              <a:spcAft>
                <a:spcPts val="0"/>
              </a:spcAft>
              <a:buNone/>
            </a:pPr>
            <a:r>
              <a:rPr lang="en" sz="1000"/>
              <a:t>  size(600, 600);</a:t>
            </a:r>
            <a:endParaRPr sz="1000"/>
          </a:p>
          <a:p>
            <a:pPr indent="0" lvl="0" marL="0" rtl="0" algn="l">
              <a:lnSpc>
                <a:spcPct val="100000"/>
              </a:lnSpc>
              <a:spcBef>
                <a:spcPts val="0"/>
              </a:spcBef>
              <a:spcAft>
                <a:spcPts val="0"/>
              </a:spcAft>
              <a:buNone/>
            </a:pPr>
            <a:r>
              <a:rPr lang="en" sz="1000"/>
              <a:t>  rectMode(CENTER);</a:t>
            </a:r>
            <a:endParaRPr sz="1000"/>
          </a:p>
          <a:p>
            <a:pPr indent="0" lvl="0" marL="0" rtl="0" algn="l">
              <a:lnSpc>
                <a:spcPct val="100000"/>
              </a:lnSpc>
              <a:spcBef>
                <a:spcPts val="0"/>
              </a:spcBef>
              <a:spcAft>
                <a:spcPts val="0"/>
              </a:spcAft>
              <a:buNone/>
            </a:pPr>
            <a:r>
              <a:rPr lang="en" sz="1000"/>
              <a:t>}</a:t>
            </a:r>
            <a:endParaRPr sz="1000"/>
          </a:p>
          <a:p>
            <a:pPr indent="0" lvl="0" marL="0" rtl="0" algn="l">
              <a:lnSpc>
                <a:spcPct val="100000"/>
              </a:lnSpc>
              <a:spcBef>
                <a:spcPts val="0"/>
              </a:spcBef>
              <a:spcAft>
                <a:spcPts val="0"/>
              </a:spcAft>
              <a:buNone/>
            </a:pPr>
            <a:r>
              <a:t/>
            </a:r>
            <a:endParaRPr sz="1000"/>
          </a:p>
          <a:p>
            <a:pPr indent="0" lvl="0" marL="0" rtl="0" algn="l">
              <a:lnSpc>
                <a:spcPct val="100000"/>
              </a:lnSpc>
              <a:spcBef>
                <a:spcPts val="0"/>
              </a:spcBef>
              <a:spcAft>
                <a:spcPts val="0"/>
              </a:spcAft>
              <a:buNone/>
            </a:pPr>
            <a:r>
              <a:rPr lang="en" sz="1000"/>
              <a:t>void draw() {</a:t>
            </a:r>
            <a:endParaRPr sz="1000"/>
          </a:p>
          <a:p>
            <a:pPr indent="0" lvl="0" marL="0" rtl="0" algn="l">
              <a:lnSpc>
                <a:spcPct val="100000"/>
              </a:lnSpc>
              <a:spcBef>
                <a:spcPts val="0"/>
              </a:spcBef>
              <a:spcAft>
                <a:spcPts val="0"/>
              </a:spcAft>
              <a:buNone/>
            </a:pPr>
            <a:r>
              <a:rPr lang="en" sz="1000"/>
              <a:t>  background(200);</a:t>
            </a:r>
            <a:endParaRPr sz="1000"/>
          </a:p>
          <a:p>
            <a:pPr indent="0" lvl="0" marL="0" rtl="0" algn="l">
              <a:lnSpc>
                <a:spcPct val="100000"/>
              </a:lnSpc>
              <a:spcBef>
                <a:spcPts val="0"/>
              </a:spcBef>
              <a:spcAft>
                <a:spcPts val="0"/>
              </a:spcAft>
              <a:buNone/>
            </a:pPr>
            <a:r>
              <a:rPr lang="en" sz="1000"/>
              <a:t>  drawAxis(100);</a:t>
            </a:r>
            <a:endParaRPr sz="1000"/>
          </a:p>
          <a:p>
            <a:pPr indent="0" lvl="0" marL="0" rtl="0" algn="l">
              <a:lnSpc>
                <a:spcPct val="100000"/>
              </a:lnSpc>
              <a:spcBef>
                <a:spcPts val="0"/>
              </a:spcBef>
              <a:spcAft>
                <a:spcPts val="0"/>
              </a:spcAft>
              <a:buNone/>
            </a:pPr>
            <a:r>
              <a:t/>
            </a:r>
            <a:endParaRPr sz="1000"/>
          </a:p>
          <a:p>
            <a:pPr indent="0" lvl="0" marL="0" rtl="0" algn="l">
              <a:lnSpc>
                <a:spcPct val="100000"/>
              </a:lnSpc>
              <a:spcBef>
                <a:spcPts val="0"/>
              </a:spcBef>
              <a:spcAft>
                <a:spcPts val="0"/>
              </a:spcAft>
              <a:buNone/>
            </a:pPr>
            <a:r>
              <a:rPr b="1" lang="en" sz="1000"/>
              <a:t>  translate(300, 300);</a:t>
            </a:r>
            <a:endParaRPr b="1" sz="1000"/>
          </a:p>
          <a:p>
            <a:pPr indent="0" lvl="0" marL="0" rtl="0" algn="l">
              <a:lnSpc>
                <a:spcPct val="100000"/>
              </a:lnSpc>
              <a:spcBef>
                <a:spcPts val="0"/>
              </a:spcBef>
              <a:spcAft>
                <a:spcPts val="0"/>
              </a:spcAft>
              <a:buNone/>
            </a:pPr>
            <a:r>
              <a:rPr lang="en" sz="1000"/>
              <a:t>  drawObject(255, 0, 0, 100, 100);</a:t>
            </a:r>
            <a:endParaRPr sz="1000"/>
          </a:p>
          <a:p>
            <a:pPr indent="0" lvl="0" marL="0" rtl="0" algn="l">
              <a:lnSpc>
                <a:spcPct val="100000"/>
              </a:lnSpc>
              <a:spcBef>
                <a:spcPts val="0"/>
              </a:spcBef>
              <a:spcAft>
                <a:spcPts val="0"/>
              </a:spcAft>
              <a:buNone/>
            </a:pPr>
            <a:r>
              <a:t/>
            </a:r>
            <a:endParaRPr sz="1000"/>
          </a:p>
          <a:p>
            <a:pPr indent="0" lvl="0" marL="0" rtl="0" algn="l">
              <a:lnSpc>
                <a:spcPct val="100000"/>
              </a:lnSpc>
              <a:spcBef>
                <a:spcPts val="0"/>
              </a:spcBef>
              <a:spcAft>
                <a:spcPts val="0"/>
              </a:spcAft>
              <a:buNone/>
            </a:pPr>
            <a:r>
              <a:rPr lang="en" sz="1000"/>
              <a:t>  translate(100, 100);</a:t>
            </a:r>
            <a:endParaRPr sz="1000"/>
          </a:p>
          <a:p>
            <a:pPr indent="0" lvl="0" marL="0" rtl="0" algn="l">
              <a:lnSpc>
                <a:spcPct val="100000"/>
              </a:lnSpc>
              <a:spcBef>
                <a:spcPts val="0"/>
              </a:spcBef>
              <a:spcAft>
                <a:spcPts val="0"/>
              </a:spcAft>
              <a:buNone/>
            </a:pPr>
            <a:r>
              <a:rPr lang="en" sz="1000"/>
              <a:t>  drawObject(0, 255, 0, 100, 100);</a:t>
            </a:r>
            <a:endParaRPr sz="1000"/>
          </a:p>
          <a:p>
            <a:pPr indent="0" lvl="0" marL="0" rtl="0" algn="l">
              <a:lnSpc>
                <a:spcPct val="100000"/>
              </a:lnSpc>
              <a:spcBef>
                <a:spcPts val="0"/>
              </a:spcBef>
              <a:spcAft>
                <a:spcPts val="0"/>
              </a:spcAft>
              <a:buNone/>
            </a:pPr>
            <a:r>
              <a:rPr lang="en" sz="1000"/>
              <a:t>}</a:t>
            </a:r>
            <a:endParaRPr sz="1000"/>
          </a:p>
          <a:p>
            <a:pPr indent="0" lvl="0" marL="0" rtl="0" algn="l">
              <a:lnSpc>
                <a:spcPct val="100000"/>
              </a:lnSpc>
              <a:spcBef>
                <a:spcPts val="0"/>
              </a:spcBef>
              <a:spcAft>
                <a:spcPts val="0"/>
              </a:spcAft>
              <a:buNone/>
            </a:pPr>
            <a:r>
              <a:t/>
            </a:r>
            <a:endParaRPr sz="1000"/>
          </a:p>
          <a:p>
            <a:pPr indent="0" lvl="0" marL="0" rtl="0" algn="l">
              <a:lnSpc>
                <a:spcPct val="100000"/>
              </a:lnSpc>
              <a:spcBef>
                <a:spcPts val="0"/>
              </a:spcBef>
              <a:spcAft>
                <a:spcPts val="0"/>
              </a:spcAft>
              <a:buNone/>
            </a:pPr>
            <a:r>
              <a:rPr lang="en" sz="1000"/>
              <a:t>void drawObject(int r, int g, int b, int w, int h) { … }</a:t>
            </a:r>
            <a:endParaRPr sz="1000"/>
          </a:p>
          <a:p>
            <a:pPr indent="0" lvl="0" marL="0" rtl="0" algn="l">
              <a:lnSpc>
                <a:spcPct val="100000"/>
              </a:lnSpc>
              <a:spcBef>
                <a:spcPts val="0"/>
              </a:spcBef>
              <a:spcAft>
                <a:spcPts val="0"/>
              </a:spcAft>
              <a:buNone/>
            </a:pPr>
            <a:r>
              <a:rPr lang="en" sz="1000"/>
              <a:t> </a:t>
            </a:r>
            <a:endParaRPr sz="1000"/>
          </a:p>
          <a:p>
            <a:pPr indent="0" lvl="0" marL="0" rtl="0" algn="l">
              <a:lnSpc>
                <a:spcPct val="100000"/>
              </a:lnSpc>
              <a:spcBef>
                <a:spcPts val="0"/>
              </a:spcBef>
              <a:spcAft>
                <a:spcPts val="0"/>
              </a:spcAft>
              <a:buNone/>
            </a:pPr>
            <a:r>
              <a:rPr lang="en" sz="1000"/>
              <a:t>void drawAxis(int w) { … }</a:t>
            </a:r>
            <a:endParaRPr sz="1000"/>
          </a:p>
          <a:p>
            <a:pPr indent="0" lvl="0" marL="0" rtl="0" algn="l">
              <a:lnSpc>
                <a:spcPct val="100000"/>
              </a:lnSpc>
              <a:spcBef>
                <a:spcPts val="0"/>
              </a:spcBef>
              <a:spcAft>
                <a:spcPts val="0"/>
              </a:spcAft>
              <a:buNone/>
            </a:pPr>
            <a:r>
              <a:t/>
            </a:r>
            <a:endParaRPr sz="1000"/>
          </a:p>
          <a:p>
            <a:pPr indent="0" lvl="0" marL="0" rtl="0" algn="l">
              <a:spcBef>
                <a:spcPts val="0"/>
              </a:spcBef>
              <a:spcAft>
                <a:spcPts val="1600"/>
              </a:spcAft>
              <a:buNone/>
            </a:pPr>
            <a:r>
              <a:t/>
            </a:r>
            <a:endParaRPr/>
          </a:p>
        </p:txBody>
      </p:sp>
      <p:sp>
        <p:nvSpPr>
          <p:cNvPr id="128" name="Google Shape;128;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29" name="Google Shape;129;p22"/>
          <p:cNvPicPr preferRelativeResize="0"/>
          <p:nvPr/>
        </p:nvPicPr>
        <p:blipFill>
          <a:blip r:embed="rId3">
            <a:alphaModFix/>
          </a:blip>
          <a:stretch>
            <a:fillRect/>
          </a:stretch>
        </p:blipFill>
        <p:spPr>
          <a:xfrm>
            <a:off x="5217948" y="1118375"/>
            <a:ext cx="3362550" cy="3484632"/>
          </a:xfrm>
          <a:prstGeom prst="rect">
            <a:avLst/>
          </a:prstGeom>
          <a:noFill/>
          <a:ln>
            <a:noFill/>
          </a:ln>
        </p:spPr>
      </p:pic>
      <p:pic>
        <p:nvPicPr>
          <p:cNvPr id="130" name="Google Shape;130;p22"/>
          <p:cNvPicPr preferRelativeResize="0"/>
          <p:nvPr/>
        </p:nvPicPr>
        <p:blipFill>
          <a:blip r:embed="rId4">
            <a:alphaModFix/>
          </a:blip>
          <a:stretch>
            <a:fillRect/>
          </a:stretch>
        </p:blipFill>
        <p:spPr>
          <a:xfrm>
            <a:off x="5217948" y="1118363"/>
            <a:ext cx="3362550" cy="348463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gtEl>
                                        <p:attrNameLst>
                                          <p:attrName>style.visibility</p:attrName>
                                        </p:attrNameLst>
                                      </p:cBhvr>
                                      <p:to>
                                        <p:strVal val="visible"/>
                                      </p:to>
                                    </p:set>
                                    <p:animEffect filter="fade" transition="in">
                                      <p:cBhvr>
                                        <p:cTn dur="1000"/>
                                        <p:tgtEl>
                                          <p:spTgt spid="1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Translation</a:t>
            </a:r>
            <a:endParaRPr/>
          </a:p>
        </p:txBody>
      </p:sp>
      <p:sp>
        <p:nvSpPr>
          <p:cNvPr id="136" name="Google Shape;136;p2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000"/>
              <a:t>void setup() {</a:t>
            </a:r>
            <a:endParaRPr sz="1000"/>
          </a:p>
          <a:p>
            <a:pPr indent="0" lvl="0" marL="0" rtl="0" algn="l">
              <a:lnSpc>
                <a:spcPct val="100000"/>
              </a:lnSpc>
              <a:spcBef>
                <a:spcPts val="0"/>
              </a:spcBef>
              <a:spcAft>
                <a:spcPts val="0"/>
              </a:spcAft>
              <a:buNone/>
            </a:pPr>
            <a:r>
              <a:rPr lang="en" sz="1000"/>
              <a:t>  size(600, 600);</a:t>
            </a:r>
            <a:endParaRPr sz="1000"/>
          </a:p>
          <a:p>
            <a:pPr indent="0" lvl="0" marL="0" rtl="0" algn="l">
              <a:lnSpc>
                <a:spcPct val="100000"/>
              </a:lnSpc>
              <a:spcBef>
                <a:spcPts val="0"/>
              </a:spcBef>
              <a:spcAft>
                <a:spcPts val="0"/>
              </a:spcAft>
              <a:buNone/>
            </a:pPr>
            <a:r>
              <a:rPr lang="en" sz="1000"/>
              <a:t>  rectMode(CENTER);</a:t>
            </a:r>
            <a:endParaRPr sz="1000"/>
          </a:p>
          <a:p>
            <a:pPr indent="0" lvl="0" marL="0" rtl="0" algn="l">
              <a:lnSpc>
                <a:spcPct val="100000"/>
              </a:lnSpc>
              <a:spcBef>
                <a:spcPts val="0"/>
              </a:spcBef>
              <a:spcAft>
                <a:spcPts val="0"/>
              </a:spcAft>
              <a:buNone/>
            </a:pPr>
            <a:r>
              <a:rPr lang="en" sz="1000"/>
              <a:t>}</a:t>
            </a:r>
            <a:endParaRPr sz="1000"/>
          </a:p>
          <a:p>
            <a:pPr indent="0" lvl="0" marL="0" rtl="0" algn="l">
              <a:lnSpc>
                <a:spcPct val="100000"/>
              </a:lnSpc>
              <a:spcBef>
                <a:spcPts val="0"/>
              </a:spcBef>
              <a:spcAft>
                <a:spcPts val="0"/>
              </a:spcAft>
              <a:buNone/>
            </a:pPr>
            <a:r>
              <a:t/>
            </a:r>
            <a:endParaRPr sz="1000"/>
          </a:p>
          <a:p>
            <a:pPr indent="0" lvl="0" marL="0" rtl="0" algn="l">
              <a:lnSpc>
                <a:spcPct val="100000"/>
              </a:lnSpc>
              <a:spcBef>
                <a:spcPts val="0"/>
              </a:spcBef>
              <a:spcAft>
                <a:spcPts val="0"/>
              </a:spcAft>
              <a:buNone/>
            </a:pPr>
            <a:r>
              <a:rPr lang="en" sz="1000"/>
              <a:t>void draw() {</a:t>
            </a:r>
            <a:endParaRPr sz="1000"/>
          </a:p>
          <a:p>
            <a:pPr indent="0" lvl="0" marL="0" rtl="0" algn="l">
              <a:lnSpc>
                <a:spcPct val="100000"/>
              </a:lnSpc>
              <a:spcBef>
                <a:spcPts val="0"/>
              </a:spcBef>
              <a:spcAft>
                <a:spcPts val="0"/>
              </a:spcAft>
              <a:buNone/>
            </a:pPr>
            <a:r>
              <a:rPr lang="en" sz="1000"/>
              <a:t>  background(200);</a:t>
            </a:r>
            <a:endParaRPr sz="1000"/>
          </a:p>
          <a:p>
            <a:pPr indent="0" lvl="0" marL="0" rtl="0" algn="l">
              <a:lnSpc>
                <a:spcPct val="100000"/>
              </a:lnSpc>
              <a:spcBef>
                <a:spcPts val="0"/>
              </a:spcBef>
              <a:spcAft>
                <a:spcPts val="0"/>
              </a:spcAft>
              <a:buNone/>
            </a:pPr>
            <a:r>
              <a:rPr lang="en" sz="1000"/>
              <a:t>  drawAxis(100);</a:t>
            </a:r>
            <a:endParaRPr sz="1000"/>
          </a:p>
          <a:p>
            <a:pPr indent="0" lvl="0" marL="0" rtl="0" algn="l">
              <a:lnSpc>
                <a:spcPct val="100000"/>
              </a:lnSpc>
              <a:spcBef>
                <a:spcPts val="0"/>
              </a:spcBef>
              <a:spcAft>
                <a:spcPts val="0"/>
              </a:spcAft>
              <a:buNone/>
            </a:pPr>
            <a:r>
              <a:t/>
            </a:r>
            <a:endParaRPr sz="1000"/>
          </a:p>
          <a:p>
            <a:pPr indent="0" lvl="0" marL="0" rtl="0" algn="l">
              <a:lnSpc>
                <a:spcPct val="100000"/>
              </a:lnSpc>
              <a:spcBef>
                <a:spcPts val="0"/>
              </a:spcBef>
              <a:spcAft>
                <a:spcPts val="0"/>
              </a:spcAft>
              <a:buNone/>
            </a:pPr>
            <a:r>
              <a:rPr lang="en" sz="1000"/>
              <a:t>  translate(300, 300);</a:t>
            </a:r>
            <a:endParaRPr sz="1000"/>
          </a:p>
          <a:p>
            <a:pPr indent="0" lvl="0" marL="0" rtl="0" algn="l">
              <a:lnSpc>
                <a:spcPct val="100000"/>
              </a:lnSpc>
              <a:spcBef>
                <a:spcPts val="0"/>
              </a:spcBef>
              <a:spcAft>
                <a:spcPts val="0"/>
              </a:spcAft>
              <a:buNone/>
            </a:pPr>
            <a:r>
              <a:rPr lang="en" sz="1000"/>
              <a:t>  drawObject(255, 0, 0, 100, 100);</a:t>
            </a:r>
            <a:endParaRPr sz="1000"/>
          </a:p>
          <a:p>
            <a:pPr indent="0" lvl="0" marL="0" rtl="0" algn="l">
              <a:lnSpc>
                <a:spcPct val="100000"/>
              </a:lnSpc>
              <a:spcBef>
                <a:spcPts val="0"/>
              </a:spcBef>
              <a:spcAft>
                <a:spcPts val="0"/>
              </a:spcAft>
              <a:buNone/>
            </a:pPr>
            <a:r>
              <a:t/>
            </a:r>
            <a:endParaRPr sz="1000"/>
          </a:p>
          <a:p>
            <a:pPr indent="0" lvl="0" marL="0" rtl="0" algn="l">
              <a:lnSpc>
                <a:spcPct val="100000"/>
              </a:lnSpc>
              <a:spcBef>
                <a:spcPts val="0"/>
              </a:spcBef>
              <a:spcAft>
                <a:spcPts val="0"/>
              </a:spcAft>
              <a:buNone/>
            </a:pPr>
            <a:r>
              <a:rPr b="1" lang="en" sz="1000"/>
              <a:t>  translate(-100, 100);</a:t>
            </a:r>
            <a:endParaRPr b="1" sz="1000"/>
          </a:p>
          <a:p>
            <a:pPr indent="0" lvl="0" marL="0" rtl="0" algn="l">
              <a:lnSpc>
                <a:spcPct val="100000"/>
              </a:lnSpc>
              <a:spcBef>
                <a:spcPts val="0"/>
              </a:spcBef>
              <a:spcAft>
                <a:spcPts val="0"/>
              </a:spcAft>
              <a:buNone/>
            </a:pPr>
            <a:r>
              <a:rPr b="1" lang="en" sz="1000"/>
              <a:t>  drawObject(0, 0, 255, 100, 100);</a:t>
            </a:r>
            <a:endParaRPr b="1" sz="1000"/>
          </a:p>
          <a:p>
            <a:pPr indent="0" lvl="0" marL="0" rtl="0" algn="l">
              <a:lnSpc>
                <a:spcPct val="100000"/>
              </a:lnSpc>
              <a:spcBef>
                <a:spcPts val="0"/>
              </a:spcBef>
              <a:spcAft>
                <a:spcPts val="0"/>
              </a:spcAft>
              <a:buNone/>
            </a:pPr>
            <a:r>
              <a:t/>
            </a:r>
            <a:endParaRPr sz="1000"/>
          </a:p>
          <a:p>
            <a:pPr indent="0" lvl="0" marL="0" rtl="0" algn="l">
              <a:lnSpc>
                <a:spcPct val="100000"/>
              </a:lnSpc>
              <a:spcBef>
                <a:spcPts val="0"/>
              </a:spcBef>
              <a:spcAft>
                <a:spcPts val="0"/>
              </a:spcAft>
              <a:buNone/>
            </a:pPr>
            <a:r>
              <a:rPr lang="en" sz="1000"/>
              <a:t>  translate(100, 100);</a:t>
            </a:r>
            <a:endParaRPr sz="1000"/>
          </a:p>
          <a:p>
            <a:pPr indent="0" lvl="0" marL="0" rtl="0" algn="l">
              <a:lnSpc>
                <a:spcPct val="100000"/>
              </a:lnSpc>
              <a:spcBef>
                <a:spcPts val="0"/>
              </a:spcBef>
              <a:spcAft>
                <a:spcPts val="0"/>
              </a:spcAft>
              <a:buNone/>
            </a:pPr>
            <a:r>
              <a:rPr lang="en" sz="1000"/>
              <a:t>  drawObject(0, 255, 0, 100, 100);</a:t>
            </a:r>
            <a:endParaRPr sz="1000"/>
          </a:p>
          <a:p>
            <a:pPr indent="0" lvl="0" marL="0" rtl="0" algn="l">
              <a:lnSpc>
                <a:spcPct val="100000"/>
              </a:lnSpc>
              <a:spcBef>
                <a:spcPts val="0"/>
              </a:spcBef>
              <a:spcAft>
                <a:spcPts val="0"/>
              </a:spcAft>
              <a:buNone/>
            </a:pPr>
            <a:r>
              <a:rPr lang="en" sz="1000"/>
              <a:t>}</a:t>
            </a:r>
            <a:endParaRPr sz="1000"/>
          </a:p>
          <a:p>
            <a:pPr indent="0" lvl="0" marL="0" rtl="0" algn="l">
              <a:lnSpc>
                <a:spcPct val="100000"/>
              </a:lnSpc>
              <a:spcBef>
                <a:spcPts val="0"/>
              </a:spcBef>
              <a:spcAft>
                <a:spcPts val="0"/>
              </a:spcAft>
              <a:buNone/>
            </a:pPr>
            <a:r>
              <a:t/>
            </a:r>
            <a:endParaRPr sz="1000"/>
          </a:p>
          <a:p>
            <a:pPr indent="0" lvl="0" marL="0" rtl="0" algn="l">
              <a:lnSpc>
                <a:spcPct val="100000"/>
              </a:lnSpc>
              <a:spcBef>
                <a:spcPts val="0"/>
              </a:spcBef>
              <a:spcAft>
                <a:spcPts val="0"/>
              </a:spcAft>
              <a:buNone/>
            </a:pPr>
            <a:r>
              <a:rPr lang="en" sz="1000"/>
              <a:t>void drawObject(int r, int g, int b, int w, int h) { … }</a:t>
            </a:r>
            <a:endParaRPr sz="1000"/>
          </a:p>
          <a:p>
            <a:pPr indent="0" lvl="0" marL="0" rtl="0" algn="l">
              <a:lnSpc>
                <a:spcPct val="100000"/>
              </a:lnSpc>
              <a:spcBef>
                <a:spcPts val="0"/>
              </a:spcBef>
              <a:spcAft>
                <a:spcPts val="0"/>
              </a:spcAft>
              <a:buNone/>
            </a:pPr>
            <a:r>
              <a:rPr lang="en" sz="1000"/>
              <a:t> </a:t>
            </a:r>
            <a:endParaRPr sz="1000"/>
          </a:p>
          <a:p>
            <a:pPr indent="0" lvl="0" marL="0" rtl="0" algn="l">
              <a:lnSpc>
                <a:spcPct val="100000"/>
              </a:lnSpc>
              <a:spcBef>
                <a:spcPts val="0"/>
              </a:spcBef>
              <a:spcAft>
                <a:spcPts val="0"/>
              </a:spcAft>
              <a:buNone/>
            </a:pPr>
            <a:r>
              <a:rPr lang="en" sz="1000"/>
              <a:t>void drawAxis(int w) { … }</a:t>
            </a:r>
            <a:endParaRPr sz="1000"/>
          </a:p>
          <a:p>
            <a:pPr indent="0" lvl="0" marL="0" rtl="0" algn="l">
              <a:lnSpc>
                <a:spcPct val="100000"/>
              </a:lnSpc>
              <a:spcBef>
                <a:spcPts val="0"/>
              </a:spcBef>
              <a:spcAft>
                <a:spcPts val="0"/>
              </a:spcAft>
              <a:buNone/>
            </a:pPr>
            <a:r>
              <a:t/>
            </a:r>
            <a:endParaRPr sz="1000"/>
          </a:p>
          <a:p>
            <a:pPr indent="0" lvl="0" marL="0" rtl="0" algn="l">
              <a:spcBef>
                <a:spcPts val="0"/>
              </a:spcBef>
              <a:spcAft>
                <a:spcPts val="1600"/>
              </a:spcAft>
              <a:buNone/>
            </a:pPr>
            <a:r>
              <a:t/>
            </a:r>
            <a:endParaRPr/>
          </a:p>
        </p:txBody>
      </p:sp>
      <p:sp>
        <p:nvSpPr>
          <p:cNvPr id="137" name="Google Shape;137;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38" name="Google Shape;138;p23"/>
          <p:cNvPicPr preferRelativeResize="0"/>
          <p:nvPr/>
        </p:nvPicPr>
        <p:blipFill>
          <a:blip r:embed="rId3">
            <a:alphaModFix/>
          </a:blip>
          <a:stretch>
            <a:fillRect/>
          </a:stretch>
        </p:blipFill>
        <p:spPr>
          <a:xfrm>
            <a:off x="5217948" y="1118363"/>
            <a:ext cx="3362550" cy="3484632"/>
          </a:xfrm>
          <a:prstGeom prst="rect">
            <a:avLst/>
          </a:prstGeom>
          <a:noFill/>
          <a:ln>
            <a:noFill/>
          </a:ln>
        </p:spPr>
      </p:pic>
      <p:pic>
        <p:nvPicPr>
          <p:cNvPr id="139" name="Google Shape;139;p23"/>
          <p:cNvPicPr preferRelativeResize="0"/>
          <p:nvPr/>
        </p:nvPicPr>
        <p:blipFill>
          <a:blip r:embed="rId4">
            <a:alphaModFix/>
          </a:blip>
          <a:stretch>
            <a:fillRect/>
          </a:stretch>
        </p:blipFill>
        <p:spPr>
          <a:xfrm>
            <a:off x="5217948" y="1118363"/>
            <a:ext cx="3362550" cy="348463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
                                        </p:tgtEl>
                                        <p:attrNameLst>
                                          <p:attrName>style.visibility</p:attrName>
                                        </p:attrNameLst>
                                      </p:cBhvr>
                                      <p:to>
                                        <p:strVal val="visible"/>
                                      </p:to>
                                    </p:set>
                                    <p:animEffect filter="fade" transition="in">
                                      <p:cBhvr>
                                        <p:cTn dur="1000"/>
                                        <p:tgtEl>
                                          <p:spTgt spid="1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Translation</a:t>
            </a:r>
            <a:endParaRPr/>
          </a:p>
        </p:txBody>
      </p:sp>
      <p:sp>
        <p:nvSpPr>
          <p:cNvPr id="145" name="Google Shape;145;p2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000"/>
              <a:t>void setup() { … }</a:t>
            </a:r>
            <a:endParaRPr sz="1000"/>
          </a:p>
          <a:p>
            <a:pPr indent="0" lvl="0" marL="0" rtl="0" algn="l">
              <a:lnSpc>
                <a:spcPct val="100000"/>
              </a:lnSpc>
              <a:spcBef>
                <a:spcPts val="0"/>
              </a:spcBef>
              <a:spcAft>
                <a:spcPts val="0"/>
              </a:spcAft>
              <a:buNone/>
            </a:pPr>
            <a:r>
              <a:t/>
            </a:r>
            <a:endParaRPr sz="1000"/>
          </a:p>
          <a:p>
            <a:pPr indent="0" lvl="0" marL="0" rtl="0" algn="l">
              <a:lnSpc>
                <a:spcPct val="100000"/>
              </a:lnSpc>
              <a:spcBef>
                <a:spcPts val="0"/>
              </a:spcBef>
              <a:spcAft>
                <a:spcPts val="0"/>
              </a:spcAft>
              <a:buNone/>
            </a:pPr>
            <a:r>
              <a:rPr lang="en" sz="1000"/>
              <a:t>void draw() {</a:t>
            </a:r>
            <a:endParaRPr sz="1000"/>
          </a:p>
          <a:p>
            <a:pPr indent="0" lvl="0" marL="0" rtl="0" algn="l">
              <a:lnSpc>
                <a:spcPct val="100000"/>
              </a:lnSpc>
              <a:spcBef>
                <a:spcPts val="0"/>
              </a:spcBef>
              <a:spcAft>
                <a:spcPts val="0"/>
              </a:spcAft>
              <a:buNone/>
            </a:pPr>
            <a:r>
              <a:rPr lang="en" sz="1000"/>
              <a:t>  backgrou</a:t>
            </a:r>
            <a:r>
              <a:rPr lang="en" sz="1000"/>
              <a:t>xis(100);</a:t>
            </a:r>
            <a:endParaRPr sz="1000"/>
          </a:p>
          <a:p>
            <a:pPr indent="0" lvl="0" marL="0" rtl="0" algn="l">
              <a:lnSpc>
                <a:spcPct val="100000"/>
              </a:lnSpc>
              <a:spcBef>
                <a:spcPts val="0"/>
              </a:spcBef>
              <a:spcAft>
                <a:spcPts val="0"/>
              </a:spcAft>
              <a:buNone/>
            </a:pPr>
            <a:r>
              <a:t/>
            </a:r>
            <a:endParaRPr sz="1000"/>
          </a:p>
          <a:p>
            <a:pPr indent="0" lvl="0" marL="0" rtl="0" algn="l">
              <a:lnSpc>
                <a:spcPct val="100000"/>
              </a:lnSpc>
              <a:spcBef>
                <a:spcPts val="0"/>
              </a:spcBef>
              <a:spcAft>
                <a:spcPts val="0"/>
              </a:spcAft>
              <a:buNone/>
            </a:pPr>
            <a:r>
              <a:rPr lang="en" sz="1000"/>
              <a:t>  translate(300, 300);</a:t>
            </a:r>
            <a:endParaRPr sz="1000"/>
          </a:p>
          <a:p>
            <a:pPr indent="0" lvl="0" marL="0" rtl="0" algn="l">
              <a:lnSpc>
                <a:spcPct val="100000"/>
              </a:lnSpc>
              <a:spcBef>
                <a:spcPts val="0"/>
              </a:spcBef>
              <a:spcAft>
                <a:spcPts val="0"/>
              </a:spcAft>
              <a:buNone/>
            </a:pPr>
            <a:r>
              <a:rPr lang="en" sz="1000"/>
              <a:t>  drawObject(255,</a:t>
            </a:r>
            <a:r>
              <a:rPr lang="en" sz="1000"/>
              <a:t> 0, 0, 100, 100);</a:t>
            </a:r>
            <a:endParaRPr sz="1000"/>
          </a:p>
          <a:p>
            <a:pPr indent="0" lvl="0" marL="0" rtl="0" algn="l">
              <a:lnSpc>
                <a:spcPct val="100000"/>
              </a:lnSpc>
              <a:spcBef>
                <a:spcPts val="0"/>
              </a:spcBef>
              <a:spcAft>
                <a:spcPts val="0"/>
              </a:spcAft>
              <a:buNone/>
            </a:pPr>
            <a:r>
              <a:t/>
            </a:r>
            <a:endParaRPr sz="1000"/>
          </a:p>
          <a:p>
            <a:pPr indent="0" lvl="0" marL="0" rtl="0" algn="l">
              <a:lnSpc>
                <a:spcPct val="100000"/>
              </a:lnSpc>
              <a:spcBef>
                <a:spcPts val="0"/>
              </a:spcBef>
              <a:spcAft>
                <a:spcPts val="0"/>
              </a:spcAft>
              <a:buNone/>
            </a:pPr>
            <a:r>
              <a:rPr b="1" lang="en" sz="1000"/>
              <a:t>  pushMatrix()</a:t>
            </a:r>
            <a:endParaRPr b="1" sz="1000"/>
          </a:p>
          <a:p>
            <a:pPr indent="0" lvl="0" marL="0" rtl="0" algn="l">
              <a:lnSpc>
                <a:spcPct val="100000"/>
              </a:lnSpc>
              <a:spcBef>
                <a:spcPts val="0"/>
              </a:spcBef>
              <a:spcAft>
                <a:spcPts val="0"/>
              </a:spcAft>
              <a:buNone/>
            </a:pPr>
            <a:r>
              <a:rPr b="1" lang="en" sz="1000"/>
              <a:t>    translate(-100, 100);</a:t>
            </a:r>
            <a:endParaRPr b="1" sz="1000"/>
          </a:p>
          <a:p>
            <a:pPr indent="0" lvl="0" marL="0" rtl="0" algn="l">
              <a:lnSpc>
                <a:spcPct val="100000"/>
              </a:lnSpc>
              <a:spcBef>
                <a:spcPts val="0"/>
              </a:spcBef>
              <a:spcAft>
                <a:spcPts val="0"/>
              </a:spcAft>
              <a:buNone/>
            </a:pPr>
            <a:r>
              <a:rPr b="1" lang="en" sz="1000"/>
              <a:t>    drawObject(0, 0, 255, 100, 100);</a:t>
            </a:r>
            <a:endParaRPr b="1" sz="1000"/>
          </a:p>
          <a:p>
            <a:pPr indent="0" lvl="0" marL="0" rtl="0" algn="l">
              <a:lnSpc>
                <a:spcPct val="100000"/>
              </a:lnSpc>
              <a:spcBef>
                <a:spcPts val="0"/>
              </a:spcBef>
              <a:spcAft>
                <a:spcPts val="0"/>
              </a:spcAft>
              <a:buNone/>
            </a:pPr>
            <a:r>
              <a:rPr b="1" lang="en" sz="1000"/>
              <a:t>  popMatrix();</a:t>
            </a:r>
            <a:endParaRPr b="1" sz="1000"/>
          </a:p>
          <a:p>
            <a:pPr indent="0" lvl="0" marL="0" rtl="0" algn="l">
              <a:lnSpc>
                <a:spcPct val="100000"/>
              </a:lnSpc>
              <a:spcBef>
                <a:spcPts val="0"/>
              </a:spcBef>
              <a:spcAft>
                <a:spcPts val="0"/>
              </a:spcAft>
              <a:buNone/>
            </a:pPr>
            <a:r>
              <a:t/>
            </a:r>
            <a:endParaRPr sz="1000"/>
          </a:p>
          <a:p>
            <a:pPr indent="0" lvl="0" marL="0" rtl="0" algn="l">
              <a:lnSpc>
                <a:spcPct val="100000"/>
              </a:lnSpc>
              <a:spcBef>
                <a:spcPts val="0"/>
              </a:spcBef>
              <a:spcAft>
                <a:spcPts val="0"/>
              </a:spcAft>
              <a:buNone/>
            </a:pPr>
            <a:r>
              <a:rPr lang="en" sz="1000"/>
              <a:t>  translate(100, 100);</a:t>
            </a:r>
            <a:endParaRPr sz="1000"/>
          </a:p>
          <a:p>
            <a:pPr indent="0" lvl="0" marL="0" rtl="0" algn="l">
              <a:lnSpc>
                <a:spcPct val="100000"/>
              </a:lnSpc>
              <a:spcBef>
                <a:spcPts val="0"/>
              </a:spcBef>
              <a:spcAft>
                <a:spcPts val="0"/>
              </a:spcAft>
              <a:buNone/>
            </a:pPr>
            <a:r>
              <a:rPr lang="en" sz="1000"/>
              <a:t>  drawObject(0, 255, 0, 100, 100);</a:t>
            </a:r>
            <a:endParaRPr sz="1000"/>
          </a:p>
          <a:p>
            <a:pPr indent="0" lvl="0" marL="0" rtl="0" algn="l">
              <a:lnSpc>
                <a:spcPct val="100000"/>
              </a:lnSpc>
              <a:spcBef>
                <a:spcPts val="0"/>
              </a:spcBef>
              <a:spcAft>
                <a:spcPts val="0"/>
              </a:spcAft>
              <a:buNone/>
            </a:pPr>
            <a:r>
              <a:rPr lang="en" sz="1000"/>
              <a:t>}</a:t>
            </a:r>
            <a:endParaRPr sz="1000"/>
          </a:p>
          <a:p>
            <a:pPr indent="0" lvl="0" marL="0" rtl="0" algn="l">
              <a:lnSpc>
                <a:spcPct val="100000"/>
              </a:lnSpc>
              <a:spcBef>
                <a:spcPts val="0"/>
              </a:spcBef>
              <a:spcAft>
                <a:spcPts val="0"/>
              </a:spcAft>
              <a:buNone/>
            </a:pPr>
            <a:r>
              <a:t/>
            </a:r>
            <a:endParaRPr sz="1000"/>
          </a:p>
          <a:p>
            <a:pPr indent="0" lvl="0" marL="0" rtl="0" algn="l">
              <a:lnSpc>
                <a:spcPct val="100000"/>
              </a:lnSpc>
              <a:spcBef>
                <a:spcPts val="0"/>
              </a:spcBef>
              <a:spcAft>
                <a:spcPts val="0"/>
              </a:spcAft>
              <a:buNone/>
            </a:pPr>
            <a:r>
              <a:rPr lang="en" sz="1000"/>
              <a:t>void drawObject(int r, int g, int b, int w, int h) { … } </a:t>
            </a:r>
            <a:endParaRPr sz="1000"/>
          </a:p>
          <a:p>
            <a:pPr indent="0" lvl="0" marL="0" rtl="0" algn="l">
              <a:lnSpc>
                <a:spcPct val="100000"/>
              </a:lnSpc>
              <a:spcBef>
                <a:spcPts val="0"/>
              </a:spcBef>
              <a:spcAft>
                <a:spcPts val="0"/>
              </a:spcAft>
              <a:buNone/>
            </a:pPr>
            <a:r>
              <a:rPr lang="en" sz="1000"/>
              <a:t>void drawAxis(int w) { … }</a:t>
            </a:r>
            <a:endParaRPr sz="1000"/>
          </a:p>
          <a:p>
            <a:pPr indent="0" lvl="0" marL="0" rtl="0" algn="l">
              <a:lnSpc>
                <a:spcPct val="100000"/>
              </a:lnSpc>
              <a:spcBef>
                <a:spcPts val="0"/>
              </a:spcBef>
              <a:spcAft>
                <a:spcPts val="0"/>
              </a:spcAft>
              <a:buNone/>
            </a:pPr>
            <a:r>
              <a:t/>
            </a:r>
            <a:endParaRPr sz="1000"/>
          </a:p>
          <a:p>
            <a:pPr indent="0" lvl="0" marL="0" rtl="0" algn="l">
              <a:spcBef>
                <a:spcPts val="0"/>
              </a:spcBef>
              <a:spcAft>
                <a:spcPts val="1600"/>
              </a:spcAft>
              <a:buNone/>
            </a:pPr>
            <a:r>
              <a:t/>
            </a:r>
            <a:endParaRPr/>
          </a:p>
        </p:txBody>
      </p:sp>
      <p:sp>
        <p:nvSpPr>
          <p:cNvPr id="146" name="Google Shape;146;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47" name="Google Shape;147;p24"/>
          <p:cNvPicPr preferRelativeResize="0"/>
          <p:nvPr/>
        </p:nvPicPr>
        <p:blipFill>
          <a:blip r:embed="rId3">
            <a:alphaModFix/>
          </a:blip>
          <a:stretch>
            <a:fillRect/>
          </a:stretch>
        </p:blipFill>
        <p:spPr>
          <a:xfrm>
            <a:off x="5217948" y="1118363"/>
            <a:ext cx="3362550" cy="3484632"/>
          </a:xfrm>
          <a:prstGeom prst="rect">
            <a:avLst/>
          </a:prstGeom>
          <a:noFill/>
          <a:ln>
            <a:noFill/>
          </a:ln>
        </p:spPr>
      </p:pic>
      <p:pic>
        <p:nvPicPr>
          <p:cNvPr id="148" name="Google Shape;148;p24"/>
          <p:cNvPicPr preferRelativeResize="0"/>
          <p:nvPr/>
        </p:nvPicPr>
        <p:blipFill>
          <a:blip r:embed="rId4">
            <a:alphaModFix/>
          </a:blip>
          <a:stretch>
            <a:fillRect/>
          </a:stretch>
        </p:blipFill>
        <p:spPr>
          <a:xfrm>
            <a:off x="5217948" y="1118363"/>
            <a:ext cx="3362550" cy="348463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8"/>
                                        </p:tgtEl>
                                        <p:attrNameLst>
                                          <p:attrName>style.visibility</p:attrName>
                                        </p:attrNameLst>
                                      </p:cBhvr>
                                      <p:to>
                                        <p:strVal val="visible"/>
                                      </p:to>
                                    </p:set>
                                    <p:animEffect filter="fade" transition="in">
                                      <p:cBhvr>
                                        <p:cTn dur="1000"/>
                                        <p:tgtEl>
                                          <p:spTgt spid="1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Translation</a:t>
            </a:r>
            <a:endParaRPr/>
          </a:p>
        </p:txBody>
      </p:sp>
      <p:sp>
        <p:nvSpPr>
          <p:cNvPr id="154" name="Google Shape;154;p25"/>
          <p:cNvSpPr txBox="1"/>
          <p:nvPr>
            <p:ph idx="1" type="body"/>
          </p:nvPr>
        </p:nvSpPr>
        <p:spPr>
          <a:xfrm>
            <a:off x="311700" y="1152475"/>
            <a:ext cx="33624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000"/>
              <a:t>void setup() { … }</a:t>
            </a:r>
            <a:endParaRPr sz="1000"/>
          </a:p>
          <a:p>
            <a:pPr indent="0" lvl="0" marL="0" rtl="0" algn="l">
              <a:lnSpc>
                <a:spcPct val="100000"/>
              </a:lnSpc>
              <a:spcBef>
                <a:spcPts val="0"/>
              </a:spcBef>
              <a:spcAft>
                <a:spcPts val="0"/>
              </a:spcAft>
              <a:buNone/>
            </a:pPr>
            <a:r>
              <a:t/>
            </a:r>
            <a:endParaRPr sz="1000"/>
          </a:p>
          <a:p>
            <a:pPr indent="0" lvl="0" marL="0" rtl="0" algn="l">
              <a:lnSpc>
                <a:spcPct val="100000"/>
              </a:lnSpc>
              <a:spcBef>
                <a:spcPts val="0"/>
              </a:spcBef>
              <a:spcAft>
                <a:spcPts val="0"/>
              </a:spcAft>
              <a:buNone/>
            </a:pPr>
            <a:r>
              <a:rPr lang="en" sz="1000"/>
              <a:t>void draw() {</a:t>
            </a:r>
            <a:endParaRPr sz="1000"/>
          </a:p>
          <a:p>
            <a:pPr indent="0" lvl="0" marL="0" rtl="0" algn="l">
              <a:lnSpc>
                <a:spcPct val="100000"/>
              </a:lnSpc>
              <a:spcBef>
                <a:spcPts val="0"/>
              </a:spcBef>
              <a:spcAft>
                <a:spcPts val="0"/>
              </a:spcAft>
              <a:buNone/>
            </a:pPr>
            <a:r>
              <a:rPr lang="en" sz="1000"/>
              <a:t>  background(200);</a:t>
            </a:r>
            <a:endParaRPr sz="1000"/>
          </a:p>
          <a:p>
            <a:pPr indent="0" lvl="0" marL="0" rtl="0" algn="l">
              <a:lnSpc>
                <a:spcPct val="100000"/>
              </a:lnSpc>
              <a:spcBef>
                <a:spcPts val="0"/>
              </a:spcBef>
              <a:spcAft>
                <a:spcPts val="0"/>
              </a:spcAft>
              <a:buNone/>
            </a:pPr>
            <a:r>
              <a:rPr lang="en" sz="1000"/>
              <a:t>  drawAxis(100);</a:t>
            </a:r>
            <a:endParaRPr sz="1000"/>
          </a:p>
          <a:p>
            <a:pPr indent="0" lvl="0" marL="0" rtl="0" algn="l">
              <a:lnSpc>
                <a:spcPct val="100000"/>
              </a:lnSpc>
              <a:spcBef>
                <a:spcPts val="0"/>
              </a:spcBef>
              <a:spcAft>
                <a:spcPts val="0"/>
              </a:spcAft>
              <a:buNone/>
            </a:pPr>
            <a:r>
              <a:t/>
            </a:r>
            <a:endParaRPr sz="1000"/>
          </a:p>
          <a:p>
            <a:pPr indent="0" lvl="0" marL="0" rtl="0" algn="l">
              <a:lnSpc>
                <a:spcPct val="100000"/>
              </a:lnSpc>
              <a:spcBef>
                <a:spcPts val="0"/>
              </a:spcBef>
              <a:spcAft>
                <a:spcPts val="0"/>
              </a:spcAft>
              <a:buNone/>
            </a:pPr>
            <a:r>
              <a:rPr lang="en" sz="1000"/>
              <a:t>  translate(300, 300);</a:t>
            </a:r>
            <a:endParaRPr sz="1000"/>
          </a:p>
          <a:p>
            <a:pPr indent="0" lvl="0" marL="0" rtl="0" algn="l">
              <a:lnSpc>
                <a:spcPct val="100000"/>
              </a:lnSpc>
              <a:spcBef>
                <a:spcPts val="0"/>
              </a:spcBef>
              <a:spcAft>
                <a:spcPts val="0"/>
              </a:spcAft>
              <a:buNone/>
            </a:pPr>
            <a:r>
              <a:rPr lang="en" sz="1000"/>
              <a:t>  drawObject(255, 0, 0, 100, 100);</a:t>
            </a:r>
            <a:endParaRPr sz="1000"/>
          </a:p>
          <a:p>
            <a:pPr indent="0" lvl="0" marL="0" rtl="0" algn="l">
              <a:lnSpc>
                <a:spcPct val="100000"/>
              </a:lnSpc>
              <a:spcBef>
                <a:spcPts val="0"/>
              </a:spcBef>
              <a:spcAft>
                <a:spcPts val="0"/>
              </a:spcAft>
              <a:buNone/>
            </a:pPr>
            <a:r>
              <a:t/>
            </a:r>
            <a:endParaRPr sz="1000"/>
          </a:p>
          <a:p>
            <a:pPr indent="0" lvl="0" marL="0" rtl="0" algn="l">
              <a:lnSpc>
                <a:spcPct val="100000"/>
              </a:lnSpc>
              <a:spcBef>
                <a:spcPts val="0"/>
              </a:spcBef>
              <a:spcAft>
                <a:spcPts val="0"/>
              </a:spcAft>
              <a:buNone/>
            </a:pPr>
            <a:r>
              <a:rPr b="1" lang="en" sz="1000"/>
              <a:t>  pushMatrix()</a:t>
            </a:r>
            <a:endParaRPr b="1" sz="1000"/>
          </a:p>
          <a:p>
            <a:pPr indent="0" lvl="0" marL="0" rtl="0" algn="l">
              <a:lnSpc>
                <a:spcPct val="100000"/>
              </a:lnSpc>
              <a:spcBef>
                <a:spcPts val="0"/>
              </a:spcBef>
              <a:spcAft>
                <a:spcPts val="0"/>
              </a:spcAft>
              <a:buNone/>
            </a:pPr>
            <a:r>
              <a:rPr b="1" lang="en" sz="1000"/>
              <a:t>    translate(100, -100);</a:t>
            </a:r>
            <a:endParaRPr b="1" sz="1000"/>
          </a:p>
          <a:p>
            <a:pPr indent="0" lvl="0" marL="0" rtl="0" algn="l">
              <a:lnSpc>
                <a:spcPct val="100000"/>
              </a:lnSpc>
              <a:spcBef>
                <a:spcPts val="0"/>
              </a:spcBef>
              <a:spcAft>
                <a:spcPts val="0"/>
              </a:spcAft>
              <a:buNone/>
            </a:pPr>
            <a:r>
              <a:rPr b="1" lang="en" sz="1000"/>
              <a:t>    drawObject(</a:t>
            </a:r>
            <a:r>
              <a:rPr b="1" lang="en" sz="1000">
                <a:solidFill>
                  <a:srgbClr val="FFFF00"/>
                </a:solidFill>
              </a:rPr>
              <a:t>255, 255, 0</a:t>
            </a:r>
            <a:r>
              <a:rPr b="1" lang="en" sz="1000"/>
              <a:t>, 100, 100); </a:t>
            </a:r>
            <a:endParaRPr b="1" sz="1000"/>
          </a:p>
          <a:p>
            <a:pPr indent="0" lvl="0" marL="0" rtl="0" algn="l">
              <a:lnSpc>
                <a:spcPct val="100000"/>
              </a:lnSpc>
              <a:spcBef>
                <a:spcPts val="0"/>
              </a:spcBef>
              <a:spcAft>
                <a:spcPts val="0"/>
              </a:spcAft>
              <a:buNone/>
            </a:pPr>
            <a:r>
              <a:rPr b="1" lang="en" sz="1000"/>
              <a:t>  popMatrix();</a:t>
            </a:r>
            <a:endParaRPr b="1" sz="1000"/>
          </a:p>
          <a:p>
            <a:pPr indent="0" lvl="0" marL="0" rtl="0" algn="l">
              <a:lnSpc>
                <a:spcPct val="100000"/>
              </a:lnSpc>
              <a:spcBef>
                <a:spcPts val="0"/>
              </a:spcBef>
              <a:spcAft>
                <a:spcPts val="0"/>
              </a:spcAft>
              <a:buNone/>
            </a:pPr>
            <a:r>
              <a:t/>
            </a:r>
            <a:endParaRPr sz="1000"/>
          </a:p>
          <a:p>
            <a:pPr indent="0" lvl="0" marL="0" rtl="0" algn="l">
              <a:lnSpc>
                <a:spcPct val="100000"/>
              </a:lnSpc>
              <a:spcBef>
                <a:spcPts val="0"/>
              </a:spcBef>
              <a:spcAft>
                <a:spcPts val="0"/>
              </a:spcAft>
              <a:buNone/>
            </a:pPr>
            <a:r>
              <a:rPr b="1" lang="en" sz="1000"/>
              <a:t>  pushMatrix()</a:t>
            </a:r>
            <a:endParaRPr b="1" sz="1000"/>
          </a:p>
          <a:p>
            <a:pPr indent="0" lvl="0" marL="0" rtl="0" algn="l">
              <a:lnSpc>
                <a:spcPct val="100000"/>
              </a:lnSpc>
              <a:spcBef>
                <a:spcPts val="0"/>
              </a:spcBef>
              <a:spcAft>
                <a:spcPts val="0"/>
              </a:spcAft>
              <a:buNone/>
            </a:pPr>
            <a:r>
              <a:rPr b="1" lang="en" sz="1000"/>
              <a:t>    translate(-100, -100);</a:t>
            </a:r>
            <a:endParaRPr b="1" sz="1000"/>
          </a:p>
          <a:p>
            <a:pPr indent="0" lvl="0" marL="0" rtl="0" algn="l">
              <a:lnSpc>
                <a:spcPct val="100000"/>
              </a:lnSpc>
              <a:spcBef>
                <a:spcPts val="0"/>
              </a:spcBef>
              <a:spcAft>
                <a:spcPts val="0"/>
              </a:spcAft>
              <a:buNone/>
            </a:pPr>
            <a:r>
              <a:rPr b="1" lang="en" sz="1000"/>
              <a:t>    drawObject(</a:t>
            </a:r>
            <a:r>
              <a:rPr b="1" lang="en" sz="1000">
                <a:solidFill>
                  <a:srgbClr val="00FFFF"/>
                </a:solidFill>
              </a:rPr>
              <a:t>0, 255, 255</a:t>
            </a:r>
            <a:r>
              <a:rPr b="1" lang="en" sz="1000"/>
              <a:t>, 100, 100);</a:t>
            </a:r>
            <a:endParaRPr b="1" sz="1000"/>
          </a:p>
          <a:p>
            <a:pPr indent="0" lvl="0" marL="0" rtl="0" algn="l">
              <a:lnSpc>
                <a:spcPct val="100000"/>
              </a:lnSpc>
              <a:spcBef>
                <a:spcPts val="0"/>
              </a:spcBef>
              <a:spcAft>
                <a:spcPts val="0"/>
              </a:spcAft>
              <a:buNone/>
            </a:pPr>
            <a:r>
              <a:rPr b="1" lang="en" sz="1000"/>
              <a:t>  popMatrix(); </a:t>
            </a:r>
            <a:endParaRPr sz="1000"/>
          </a:p>
          <a:p>
            <a:pPr indent="0" lvl="0" marL="0" rtl="0" algn="l">
              <a:lnSpc>
                <a:spcPct val="100000"/>
              </a:lnSpc>
              <a:spcBef>
                <a:spcPts val="0"/>
              </a:spcBef>
              <a:spcAft>
                <a:spcPts val="0"/>
              </a:spcAft>
              <a:buNone/>
            </a:pPr>
            <a:r>
              <a:t/>
            </a:r>
            <a:endParaRPr sz="1000"/>
          </a:p>
        </p:txBody>
      </p:sp>
      <p:sp>
        <p:nvSpPr>
          <p:cNvPr id="155" name="Google Shape;155;p2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56" name="Google Shape;156;p25"/>
          <p:cNvPicPr preferRelativeResize="0"/>
          <p:nvPr/>
        </p:nvPicPr>
        <p:blipFill>
          <a:blip r:embed="rId3">
            <a:alphaModFix/>
          </a:blip>
          <a:stretch>
            <a:fillRect/>
          </a:stretch>
        </p:blipFill>
        <p:spPr>
          <a:xfrm>
            <a:off x="5217948" y="1118363"/>
            <a:ext cx="3362550" cy="3484632"/>
          </a:xfrm>
          <a:prstGeom prst="rect">
            <a:avLst/>
          </a:prstGeom>
          <a:noFill/>
          <a:ln>
            <a:noFill/>
          </a:ln>
        </p:spPr>
      </p:pic>
      <p:pic>
        <p:nvPicPr>
          <p:cNvPr id="157" name="Google Shape;157;p25"/>
          <p:cNvPicPr preferRelativeResize="0"/>
          <p:nvPr/>
        </p:nvPicPr>
        <p:blipFill>
          <a:blip r:embed="rId4">
            <a:alphaModFix/>
          </a:blip>
          <a:stretch>
            <a:fillRect/>
          </a:stretch>
        </p:blipFill>
        <p:spPr>
          <a:xfrm>
            <a:off x="5217948" y="1152463"/>
            <a:ext cx="3362550" cy="3484632"/>
          </a:xfrm>
          <a:prstGeom prst="rect">
            <a:avLst/>
          </a:prstGeom>
          <a:noFill/>
          <a:ln>
            <a:noFill/>
          </a:ln>
        </p:spPr>
      </p:pic>
      <p:sp>
        <p:nvSpPr>
          <p:cNvPr id="158" name="Google Shape;158;p25"/>
          <p:cNvSpPr txBox="1"/>
          <p:nvPr/>
        </p:nvSpPr>
        <p:spPr>
          <a:xfrm>
            <a:off x="2626500" y="3265050"/>
            <a:ext cx="3000000" cy="190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000">
                <a:solidFill>
                  <a:schemeClr val="dk2"/>
                </a:solidFill>
              </a:rPr>
              <a:t>  </a:t>
            </a:r>
            <a:r>
              <a:rPr b="1" lang="en" sz="1000">
                <a:solidFill>
                  <a:schemeClr val="dk2"/>
                </a:solidFill>
              </a:rPr>
              <a:t>pushMatrix()</a:t>
            </a:r>
            <a:endParaRPr b="1" sz="1000">
              <a:solidFill>
                <a:schemeClr val="dk2"/>
              </a:solidFill>
            </a:endParaRPr>
          </a:p>
          <a:p>
            <a:pPr indent="0" lvl="0" marL="0" rtl="0" algn="l">
              <a:spcBef>
                <a:spcPts val="0"/>
              </a:spcBef>
              <a:spcAft>
                <a:spcPts val="0"/>
              </a:spcAft>
              <a:buNone/>
            </a:pPr>
            <a:r>
              <a:rPr b="1" lang="en" sz="1000">
                <a:solidFill>
                  <a:schemeClr val="dk2"/>
                </a:solidFill>
              </a:rPr>
              <a:t>    translation(-100, 100);</a:t>
            </a:r>
            <a:endParaRPr b="1" sz="1000">
              <a:solidFill>
                <a:schemeClr val="dk2"/>
              </a:solidFill>
            </a:endParaRPr>
          </a:p>
          <a:p>
            <a:pPr indent="0" lvl="0" marL="0" rtl="0" algn="l">
              <a:spcBef>
                <a:spcPts val="0"/>
              </a:spcBef>
              <a:spcAft>
                <a:spcPts val="0"/>
              </a:spcAft>
              <a:buNone/>
            </a:pPr>
            <a:r>
              <a:rPr b="1" lang="en" sz="1000">
                <a:solidFill>
                  <a:schemeClr val="dk2"/>
                </a:solidFill>
              </a:rPr>
              <a:t>    drawObject(</a:t>
            </a:r>
            <a:r>
              <a:rPr b="1" lang="en" sz="1000">
                <a:solidFill>
                  <a:srgbClr val="0000FF"/>
                </a:solidFill>
              </a:rPr>
              <a:t>0, 0, 255</a:t>
            </a:r>
            <a:r>
              <a:rPr b="1" lang="en" sz="1000">
                <a:solidFill>
                  <a:schemeClr val="dk2"/>
                </a:solidFill>
              </a:rPr>
              <a:t>, 100, 100);</a:t>
            </a:r>
            <a:endParaRPr b="1" sz="1000">
              <a:solidFill>
                <a:schemeClr val="dk2"/>
              </a:solidFill>
            </a:endParaRPr>
          </a:p>
          <a:p>
            <a:pPr indent="0" lvl="0" marL="0" rtl="0" algn="l">
              <a:spcBef>
                <a:spcPts val="0"/>
              </a:spcBef>
              <a:spcAft>
                <a:spcPts val="0"/>
              </a:spcAft>
              <a:buNone/>
            </a:pPr>
            <a:r>
              <a:rPr b="1" lang="en" sz="1000">
                <a:solidFill>
                  <a:schemeClr val="dk2"/>
                </a:solidFill>
              </a:rPr>
              <a:t>  popMatrix();</a:t>
            </a:r>
            <a:endParaRPr b="1" sz="1000">
              <a:solidFill>
                <a:schemeClr val="dk2"/>
              </a:solidFill>
            </a:endParaRPr>
          </a:p>
          <a:p>
            <a:pPr indent="0" lvl="0" marL="0" rtl="0" algn="l">
              <a:spcBef>
                <a:spcPts val="0"/>
              </a:spcBef>
              <a:spcAft>
                <a:spcPts val="0"/>
              </a:spcAft>
              <a:buNone/>
            </a:pPr>
            <a:r>
              <a:t/>
            </a:r>
            <a:endParaRPr sz="1000">
              <a:solidFill>
                <a:schemeClr val="dk2"/>
              </a:solidFill>
            </a:endParaRPr>
          </a:p>
          <a:p>
            <a:pPr indent="0" lvl="0" marL="0" rtl="0" algn="l">
              <a:spcBef>
                <a:spcPts val="0"/>
              </a:spcBef>
              <a:spcAft>
                <a:spcPts val="0"/>
              </a:spcAft>
              <a:buNone/>
            </a:pPr>
            <a:r>
              <a:rPr b="1" lang="en" sz="1000">
                <a:solidFill>
                  <a:schemeClr val="dk2"/>
                </a:solidFill>
              </a:rPr>
              <a:t>  translation(100, 100);</a:t>
            </a:r>
            <a:endParaRPr b="1" sz="1000">
              <a:solidFill>
                <a:schemeClr val="dk2"/>
              </a:solidFill>
            </a:endParaRPr>
          </a:p>
          <a:p>
            <a:pPr indent="0" lvl="0" marL="0" rtl="0" algn="l">
              <a:spcBef>
                <a:spcPts val="0"/>
              </a:spcBef>
              <a:spcAft>
                <a:spcPts val="0"/>
              </a:spcAft>
              <a:buNone/>
            </a:pPr>
            <a:r>
              <a:rPr b="1" lang="en" sz="1000">
                <a:solidFill>
                  <a:schemeClr val="dk2"/>
                </a:solidFill>
              </a:rPr>
              <a:t>  drawObject(</a:t>
            </a:r>
            <a:r>
              <a:rPr b="1" lang="en" sz="1000">
                <a:solidFill>
                  <a:srgbClr val="00FF00"/>
                </a:solidFill>
              </a:rPr>
              <a:t>0, 255, 0</a:t>
            </a:r>
            <a:r>
              <a:rPr b="1" lang="en" sz="1000">
                <a:solidFill>
                  <a:schemeClr val="dk2"/>
                </a:solidFill>
              </a:rPr>
              <a:t>, 100, 100);</a:t>
            </a:r>
            <a:endParaRPr b="1" sz="1000">
              <a:solidFill>
                <a:schemeClr val="dk2"/>
              </a:solidFill>
            </a:endParaRPr>
          </a:p>
          <a:p>
            <a:pPr indent="0" lvl="0" marL="0" rtl="0" algn="l">
              <a:spcBef>
                <a:spcPts val="0"/>
              </a:spcBef>
              <a:spcAft>
                <a:spcPts val="0"/>
              </a:spcAft>
              <a:buNone/>
            </a:pPr>
            <a:r>
              <a:rPr b="1" lang="en" sz="1000">
                <a:solidFill>
                  <a:schemeClr val="dk2"/>
                </a:solidFill>
              </a:rPr>
              <a:t>}</a:t>
            </a:r>
            <a:endParaRPr b="1" sz="1000">
              <a:solidFill>
                <a:schemeClr val="dk2"/>
              </a:solidFill>
            </a:endParaRPr>
          </a:p>
          <a:p>
            <a:pPr indent="0" lvl="0" marL="0" rtl="0" algn="l">
              <a:spcBef>
                <a:spcPts val="0"/>
              </a:spcBef>
              <a:spcAft>
                <a:spcPts val="0"/>
              </a:spcAft>
              <a:buNone/>
            </a:pPr>
            <a:r>
              <a:rPr b="1" lang="en" sz="1000">
                <a:solidFill>
                  <a:schemeClr val="dk2"/>
                </a:solidFill>
              </a:rPr>
              <a:t>  </a:t>
            </a:r>
            <a:endParaRPr sz="1000">
              <a:solidFill>
                <a:schemeClr val="dk2"/>
              </a:solidFill>
            </a:endParaRPr>
          </a:p>
          <a:p>
            <a:pPr indent="0" lvl="0" marL="0" rtl="0" algn="l">
              <a:spcBef>
                <a:spcPts val="0"/>
              </a:spcBef>
              <a:spcAft>
                <a:spcPts val="0"/>
              </a:spcAft>
              <a:buNone/>
            </a:pPr>
            <a:r>
              <a:rPr lang="en" sz="1000">
                <a:solidFill>
                  <a:schemeClr val="dk2"/>
                </a:solidFill>
              </a:rPr>
              <a:t>void drawObject(int r, int g, int b, int w, int h) { … } </a:t>
            </a:r>
            <a:endParaRPr sz="1000">
              <a:solidFill>
                <a:schemeClr val="dk2"/>
              </a:solidFill>
            </a:endParaRPr>
          </a:p>
          <a:p>
            <a:pPr indent="0" lvl="0" marL="0" rtl="0" algn="l">
              <a:spcBef>
                <a:spcPts val="0"/>
              </a:spcBef>
              <a:spcAft>
                <a:spcPts val="0"/>
              </a:spcAft>
              <a:buNone/>
            </a:pPr>
            <a:r>
              <a:rPr lang="en" sz="1000">
                <a:solidFill>
                  <a:schemeClr val="dk2"/>
                </a:solidFill>
              </a:rPr>
              <a:t>void drawAxis(int w) { … }</a:t>
            </a:r>
            <a:endParaRPr sz="1000">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
                                        </p:tgtEl>
                                        <p:attrNameLst>
                                          <p:attrName>style.visibility</p:attrName>
                                        </p:attrNameLst>
                                      </p:cBhvr>
                                      <p:to>
                                        <p:strVal val="visible"/>
                                      </p:to>
                                    </p:set>
                                    <p:animEffect filter="fade" transition="in">
                                      <p:cBhvr>
                                        <p:cTn dur="1000"/>
                                        <p:tgtEl>
                                          <p:spTgt spid="1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Translation</a:t>
            </a:r>
            <a:endParaRPr/>
          </a:p>
        </p:txBody>
      </p:sp>
      <p:sp>
        <p:nvSpPr>
          <p:cNvPr id="164" name="Google Shape;164;p26"/>
          <p:cNvSpPr txBox="1"/>
          <p:nvPr>
            <p:ph idx="1" type="body"/>
          </p:nvPr>
        </p:nvSpPr>
        <p:spPr>
          <a:xfrm>
            <a:off x="311700" y="1152475"/>
            <a:ext cx="33624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000"/>
              <a:t>float theta=0.; </a:t>
            </a:r>
            <a:endParaRPr b="1" sz="1000"/>
          </a:p>
          <a:p>
            <a:pPr indent="0" lvl="0" marL="0" rtl="0" algn="l">
              <a:lnSpc>
                <a:spcPct val="100000"/>
              </a:lnSpc>
              <a:spcBef>
                <a:spcPts val="0"/>
              </a:spcBef>
              <a:spcAft>
                <a:spcPts val="0"/>
              </a:spcAft>
              <a:buNone/>
            </a:pPr>
            <a:r>
              <a:rPr lang="en" sz="1000"/>
              <a:t>void setup() { … }</a:t>
            </a:r>
            <a:endParaRPr sz="1000"/>
          </a:p>
          <a:p>
            <a:pPr indent="0" lvl="0" marL="0" rtl="0" algn="l">
              <a:lnSpc>
                <a:spcPct val="100000"/>
              </a:lnSpc>
              <a:spcBef>
                <a:spcPts val="0"/>
              </a:spcBef>
              <a:spcAft>
                <a:spcPts val="0"/>
              </a:spcAft>
              <a:buNone/>
            </a:pPr>
            <a:r>
              <a:t/>
            </a:r>
            <a:endParaRPr sz="1000"/>
          </a:p>
          <a:p>
            <a:pPr indent="0" lvl="0" marL="0" rtl="0" algn="l">
              <a:lnSpc>
                <a:spcPct val="100000"/>
              </a:lnSpc>
              <a:spcBef>
                <a:spcPts val="0"/>
              </a:spcBef>
              <a:spcAft>
                <a:spcPts val="0"/>
              </a:spcAft>
              <a:buNone/>
            </a:pPr>
            <a:r>
              <a:rPr lang="en" sz="1000"/>
              <a:t>void draw() {</a:t>
            </a:r>
            <a:endParaRPr sz="1000"/>
          </a:p>
          <a:p>
            <a:pPr indent="0" lvl="0" marL="0" rtl="0" algn="l">
              <a:lnSpc>
                <a:spcPct val="100000"/>
              </a:lnSpc>
              <a:spcBef>
                <a:spcPts val="0"/>
              </a:spcBef>
              <a:spcAft>
                <a:spcPts val="0"/>
              </a:spcAft>
              <a:buNone/>
            </a:pPr>
            <a:r>
              <a:rPr lang="en" sz="1000"/>
              <a:t>  background(200);</a:t>
            </a:r>
            <a:endParaRPr sz="1000"/>
          </a:p>
          <a:p>
            <a:pPr indent="0" lvl="0" marL="0" rtl="0" algn="l">
              <a:lnSpc>
                <a:spcPct val="100000"/>
              </a:lnSpc>
              <a:spcBef>
                <a:spcPts val="0"/>
              </a:spcBef>
              <a:spcAft>
                <a:spcPts val="0"/>
              </a:spcAft>
              <a:buNone/>
            </a:pPr>
            <a:r>
              <a:rPr lang="en" sz="1000"/>
              <a:t>  drawAxis(100);</a:t>
            </a:r>
            <a:endParaRPr sz="1000"/>
          </a:p>
          <a:p>
            <a:pPr indent="0" lvl="0" marL="0" rtl="0" algn="l">
              <a:lnSpc>
                <a:spcPct val="100000"/>
              </a:lnSpc>
              <a:spcBef>
                <a:spcPts val="0"/>
              </a:spcBef>
              <a:spcAft>
                <a:spcPts val="0"/>
              </a:spcAft>
              <a:buNone/>
            </a:pPr>
            <a:r>
              <a:t/>
            </a:r>
            <a:endParaRPr sz="1000"/>
          </a:p>
          <a:p>
            <a:pPr indent="0" lvl="0" marL="0" rtl="0" algn="l">
              <a:lnSpc>
                <a:spcPct val="100000"/>
              </a:lnSpc>
              <a:spcBef>
                <a:spcPts val="0"/>
              </a:spcBef>
              <a:spcAft>
                <a:spcPts val="0"/>
              </a:spcAft>
              <a:buNone/>
            </a:pPr>
            <a:r>
              <a:rPr lang="en" sz="1000"/>
              <a:t>  translate(300, 300);</a:t>
            </a:r>
            <a:endParaRPr sz="1000"/>
          </a:p>
          <a:p>
            <a:pPr indent="0" lvl="0" marL="0" rtl="0" algn="l">
              <a:lnSpc>
                <a:spcPct val="100000"/>
              </a:lnSpc>
              <a:spcBef>
                <a:spcPts val="0"/>
              </a:spcBef>
              <a:spcAft>
                <a:spcPts val="0"/>
              </a:spcAft>
              <a:buNone/>
            </a:pPr>
            <a:r>
              <a:rPr lang="en" sz="1000"/>
              <a:t> </a:t>
            </a:r>
            <a:r>
              <a:rPr b="1" lang="en" sz="1000"/>
              <a:t> rotate(theta);</a:t>
            </a:r>
            <a:endParaRPr b="1" sz="1000"/>
          </a:p>
          <a:p>
            <a:pPr indent="0" lvl="0" marL="0" rtl="0" algn="l">
              <a:lnSpc>
                <a:spcPct val="100000"/>
              </a:lnSpc>
              <a:spcBef>
                <a:spcPts val="0"/>
              </a:spcBef>
              <a:spcAft>
                <a:spcPts val="0"/>
              </a:spcAft>
              <a:buNone/>
            </a:pPr>
            <a:r>
              <a:rPr lang="en" sz="1000"/>
              <a:t>  drawObject(255, 0, 0, 100, 100);</a:t>
            </a:r>
            <a:endParaRPr sz="1000"/>
          </a:p>
          <a:p>
            <a:pPr indent="0" lvl="0" marL="0" rtl="0" algn="l">
              <a:lnSpc>
                <a:spcPct val="100000"/>
              </a:lnSpc>
              <a:spcBef>
                <a:spcPts val="0"/>
              </a:spcBef>
              <a:spcAft>
                <a:spcPts val="0"/>
              </a:spcAft>
              <a:buNone/>
            </a:pPr>
            <a:r>
              <a:t/>
            </a:r>
            <a:endParaRPr sz="1000"/>
          </a:p>
          <a:p>
            <a:pPr indent="0" lvl="0" marL="0" rtl="0" algn="l">
              <a:lnSpc>
                <a:spcPct val="100000"/>
              </a:lnSpc>
              <a:spcBef>
                <a:spcPts val="0"/>
              </a:spcBef>
              <a:spcAft>
                <a:spcPts val="0"/>
              </a:spcAft>
              <a:buNone/>
            </a:pPr>
            <a:r>
              <a:rPr b="1" lang="en" sz="1000"/>
              <a:t> </a:t>
            </a:r>
            <a:r>
              <a:rPr lang="en" sz="1000"/>
              <a:t> pushMatrix()</a:t>
            </a:r>
            <a:endParaRPr sz="1000"/>
          </a:p>
          <a:p>
            <a:pPr indent="0" lvl="0" marL="0" rtl="0" algn="l">
              <a:lnSpc>
                <a:spcPct val="100000"/>
              </a:lnSpc>
              <a:spcBef>
                <a:spcPts val="0"/>
              </a:spcBef>
              <a:spcAft>
                <a:spcPts val="0"/>
              </a:spcAft>
              <a:buNone/>
            </a:pPr>
            <a:r>
              <a:rPr lang="en" sz="1000"/>
              <a:t>    …</a:t>
            </a:r>
            <a:endParaRPr sz="1000"/>
          </a:p>
          <a:p>
            <a:pPr indent="0" lvl="0" marL="0" rtl="0" algn="l">
              <a:lnSpc>
                <a:spcPct val="100000"/>
              </a:lnSpc>
              <a:spcBef>
                <a:spcPts val="0"/>
              </a:spcBef>
              <a:spcAft>
                <a:spcPts val="0"/>
              </a:spcAft>
              <a:buNone/>
            </a:pPr>
            <a:r>
              <a:rPr lang="en" sz="1000"/>
              <a:t>  pushMatrix()</a:t>
            </a:r>
            <a:endParaRPr sz="1000"/>
          </a:p>
          <a:p>
            <a:pPr indent="0" lvl="0" marL="0" rtl="0" algn="l">
              <a:lnSpc>
                <a:spcPct val="100000"/>
              </a:lnSpc>
              <a:spcBef>
                <a:spcPts val="0"/>
              </a:spcBef>
              <a:spcAft>
                <a:spcPts val="0"/>
              </a:spcAft>
              <a:buNone/>
            </a:pPr>
            <a:r>
              <a:rPr lang="en" sz="1000"/>
              <a:t>    translate(-100, 100);</a:t>
            </a:r>
            <a:endParaRPr sz="1000"/>
          </a:p>
          <a:p>
            <a:pPr indent="0" lvl="0" marL="0" rtl="0" algn="l">
              <a:lnSpc>
                <a:spcPct val="100000"/>
              </a:lnSpc>
              <a:spcBef>
                <a:spcPts val="0"/>
              </a:spcBef>
              <a:spcAft>
                <a:spcPts val="0"/>
              </a:spcAft>
              <a:buNone/>
            </a:pPr>
            <a:r>
              <a:rPr lang="en" sz="1000"/>
              <a:t>    drawObject(0, 0, 255, 100, 100);</a:t>
            </a:r>
            <a:endParaRPr sz="1000"/>
          </a:p>
          <a:p>
            <a:pPr indent="0" lvl="0" marL="0" rtl="0" algn="l">
              <a:lnSpc>
                <a:spcPct val="100000"/>
              </a:lnSpc>
              <a:spcBef>
                <a:spcPts val="0"/>
              </a:spcBef>
              <a:spcAft>
                <a:spcPts val="0"/>
              </a:spcAft>
              <a:buNone/>
            </a:pPr>
            <a:r>
              <a:rPr lang="en" sz="1000"/>
              <a:t>  popMatrix();</a:t>
            </a:r>
            <a:endParaRPr sz="1000"/>
          </a:p>
          <a:p>
            <a:pPr indent="0" lvl="0" marL="0" rtl="0" algn="l">
              <a:lnSpc>
                <a:spcPct val="100000"/>
              </a:lnSpc>
              <a:spcBef>
                <a:spcPts val="0"/>
              </a:spcBef>
              <a:spcAft>
                <a:spcPts val="0"/>
              </a:spcAft>
              <a:buNone/>
            </a:pPr>
            <a:r>
              <a:t/>
            </a:r>
            <a:endParaRPr sz="1000"/>
          </a:p>
          <a:p>
            <a:pPr indent="0" lvl="0" marL="0" rtl="0" algn="l">
              <a:lnSpc>
                <a:spcPct val="100000"/>
              </a:lnSpc>
              <a:spcBef>
                <a:spcPts val="0"/>
              </a:spcBef>
              <a:spcAft>
                <a:spcPts val="0"/>
              </a:spcAft>
              <a:buNone/>
            </a:pPr>
            <a:r>
              <a:rPr lang="en" sz="1000"/>
              <a:t>  translate(100, 100);</a:t>
            </a:r>
            <a:endParaRPr sz="1000"/>
          </a:p>
          <a:p>
            <a:pPr indent="0" lvl="0" marL="0" rtl="0" algn="l">
              <a:lnSpc>
                <a:spcPct val="100000"/>
              </a:lnSpc>
              <a:spcBef>
                <a:spcPts val="0"/>
              </a:spcBef>
              <a:spcAft>
                <a:spcPts val="0"/>
              </a:spcAft>
              <a:buNone/>
            </a:pPr>
            <a:r>
              <a:rPr lang="en" sz="1000"/>
              <a:t>  drawObject(0, 255, 0, 100, 100);</a:t>
            </a:r>
            <a:endParaRPr sz="1000"/>
          </a:p>
          <a:p>
            <a:pPr indent="0" lvl="0" marL="0" rtl="0" algn="l">
              <a:lnSpc>
                <a:spcPct val="100000"/>
              </a:lnSpc>
              <a:spcBef>
                <a:spcPts val="0"/>
              </a:spcBef>
              <a:spcAft>
                <a:spcPts val="0"/>
              </a:spcAft>
              <a:buNone/>
            </a:pPr>
            <a:r>
              <a:rPr b="1" lang="en" sz="1000"/>
              <a:t>  theta+=0.01;</a:t>
            </a:r>
            <a:endParaRPr b="1" sz="1000"/>
          </a:p>
          <a:p>
            <a:pPr indent="0" lvl="0" marL="0" rtl="0" algn="l">
              <a:lnSpc>
                <a:spcPct val="100000"/>
              </a:lnSpc>
              <a:spcBef>
                <a:spcPts val="0"/>
              </a:spcBef>
              <a:spcAft>
                <a:spcPts val="0"/>
              </a:spcAft>
              <a:buNone/>
            </a:pPr>
            <a:r>
              <a:rPr lang="en" sz="1000"/>
              <a:t>}</a:t>
            </a:r>
            <a:endParaRPr sz="1000"/>
          </a:p>
          <a:p>
            <a:pPr indent="0" lvl="0" marL="0" rtl="0" algn="l">
              <a:lnSpc>
                <a:spcPct val="100000"/>
              </a:lnSpc>
              <a:spcBef>
                <a:spcPts val="0"/>
              </a:spcBef>
              <a:spcAft>
                <a:spcPts val="0"/>
              </a:spcAft>
              <a:buNone/>
            </a:pPr>
            <a:r>
              <a:t/>
            </a:r>
            <a:endParaRPr b="1" sz="1000"/>
          </a:p>
          <a:p>
            <a:pPr indent="0" lvl="0" marL="0" rtl="0" algn="l">
              <a:lnSpc>
                <a:spcPct val="100000"/>
              </a:lnSpc>
              <a:spcBef>
                <a:spcPts val="0"/>
              </a:spcBef>
              <a:spcAft>
                <a:spcPts val="0"/>
              </a:spcAft>
              <a:buNone/>
            </a:pPr>
            <a:r>
              <a:rPr lang="en" sz="1000"/>
              <a:t>void drawObject(int r, int g, int b, int w, int h) { … } </a:t>
            </a:r>
            <a:endParaRPr sz="1000"/>
          </a:p>
          <a:p>
            <a:pPr indent="0" lvl="0" marL="0" rtl="0" algn="l">
              <a:lnSpc>
                <a:spcPct val="100000"/>
              </a:lnSpc>
              <a:spcBef>
                <a:spcPts val="0"/>
              </a:spcBef>
              <a:spcAft>
                <a:spcPts val="0"/>
              </a:spcAft>
              <a:buNone/>
            </a:pPr>
            <a:r>
              <a:rPr lang="en" sz="1000"/>
              <a:t>void drawAxis(int w) { … }</a:t>
            </a:r>
            <a:endParaRPr sz="1000"/>
          </a:p>
          <a:p>
            <a:pPr indent="0" lvl="0" marL="0" rtl="0" algn="l">
              <a:lnSpc>
                <a:spcPct val="100000"/>
              </a:lnSpc>
              <a:spcBef>
                <a:spcPts val="0"/>
              </a:spcBef>
              <a:spcAft>
                <a:spcPts val="0"/>
              </a:spcAft>
              <a:buNone/>
            </a:pPr>
            <a:r>
              <a:t/>
            </a:r>
            <a:endParaRPr sz="1000"/>
          </a:p>
        </p:txBody>
      </p:sp>
      <p:sp>
        <p:nvSpPr>
          <p:cNvPr id="165" name="Google Shape;165;p2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66" name="Google Shape;166;p26"/>
          <p:cNvPicPr preferRelativeResize="0"/>
          <p:nvPr/>
        </p:nvPicPr>
        <p:blipFill>
          <a:blip r:embed="rId3">
            <a:alphaModFix/>
          </a:blip>
          <a:stretch>
            <a:fillRect/>
          </a:stretch>
        </p:blipFill>
        <p:spPr>
          <a:xfrm>
            <a:off x="5217948" y="1118363"/>
            <a:ext cx="3362550" cy="3484632"/>
          </a:xfrm>
          <a:prstGeom prst="rect">
            <a:avLst/>
          </a:prstGeom>
          <a:noFill/>
          <a:ln>
            <a:noFill/>
          </a:ln>
        </p:spPr>
      </p:pic>
      <p:pic>
        <p:nvPicPr>
          <p:cNvPr id="167" name="Google Shape;167;p26"/>
          <p:cNvPicPr preferRelativeResize="0"/>
          <p:nvPr/>
        </p:nvPicPr>
        <p:blipFill>
          <a:blip r:embed="rId4">
            <a:alphaModFix/>
          </a:blip>
          <a:stretch>
            <a:fillRect/>
          </a:stretch>
        </p:blipFill>
        <p:spPr>
          <a:xfrm>
            <a:off x="5217948" y="1118375"/>
            <a:ext cx="3362550" cy="3484632"/>
          </a:xfrm>
          <a:prstGeom prst="rect">
            <a:avLst/>
          </a:prstGeom>
          <a:noFill/>
          <a:ln>
            <a:noFill/>
          </a:ln>
        </p:spPr>
      </p:pic>
      <p:pic>
        <p:nvPicPr>
          <p:cNvPr descr="ccw_cw_right_left_object-512.png" id="168" name="Google Shape;168;p26"/>
          <p:cNvPicPr preferRelativeResize="0"/>
          <p:nvPr/>
        </p:nvPicPr>
        <p:blipFill>
          <a:blip r:embed="rId5">
            <a:alphaModFix amt="10000"/>
          </a:blip>
          <a:stretch>
            <a:fillRect/>
          </a:stretch>
        </p:blipFill>
        <p:spPr>
          <a:xfrm>
            <a:off x="5233475" y="1079975"/>
            <a:ext cx="3362550" cy="33625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
                                        </p:tgtEl>
                                        <p:attrNameLst>
                                          <p:attrName>style.visibility</p:attrName>
                                        </p:attrNameLst>
                                      </p:cBhvr>
                                      <p:to>
                                        <p:strVal val="visible"/>
                                      </p:to>
                                    </p:set>
                                    <p:animEffect filter="fade" transition="in">
                                      <p:cBhvr>
                                        <p:cTn dur="1000"/>
                                        <p:tgtEl>
                                          <p:spTgt spid="1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
                                        </p:tgtEl>
                                        <p:attrNameLst>
                                          <p:attrName>style.visibility</p:attrName>
                                        </p:attrNameLst>
                                      </p:cBhvr>
                                      <p:to>
                                        <p:strVal val="visible"/>
                                      </p:to>
                                    </p:set>
                                    <p:animEffect filter="fade" transition="in">
                                      <p:cBhvr>
                                        <p:cTn dur="1000"/>
                                        <p:tgtEl>
                                          <p:spTgt spid="1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Translation</a:t>
            </a:r>
            <a:endParaRPr/>
          </a:p>
        </p:txBody>
      </p:sp>
      <p:sp>
        <p:nvSpPr>
          <p:cNvPr id="174" name="Google Shape;174;p27"/>
          <p:cNvSpPr txBox="1"/>
          <p:nvPr>
            <p:ph idx="1" type="body"/>
          </p:nvPr>
        </p:nvSpPr>
        <p:spPr>
          <a:xfrm>
            <a:off x="311700" y="1152475"/>
            <a:ext cx="33624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000"/>
              <a:t>float theta=0.; </a:t>
            </a:r>
            <a:endParaRPr b="1" sz="1000"/>
          </a:p>
          <a:p>
            <a:pPr indent="0" lvl="0" marL="0" rtl="0" algn="l">
              <a:lnSpc>
                <a:spcPct val="100000"/>
              </a:lnSpc>
              <a:spcBef>
                <a:spcPts val="0"/>
              </a:spcBef>
              <a:spcAft>
                <a:spcPts val="0"/>
              </a:spcAft>
              <a:buNone/>
            </a:pPr>
            <a:r>
              <a:rPr lang="en" sz="1000"/>
              <a:t>void setup() { … }</a:t>
            </a:r>
            <a:endParaRPr sz="1000"/>
          </a:p>
          <a:p>
            <a:pPr indent="0" lvl="0" marL="0" rtl="0" algn="l">
              <a:lnSpc>
                <a:spcPct val="100000"/>
              </a:lnSpc>
              <a:spcBef>
                <a:spcPts val="0"/>
              </a:spcBef>
              <a:spcAft>
                <a:spcPts val="0"/>
              </a:spcAft>
              <a:buNone/>
            </a:pPr>
            <a:r>
              <a:t/>
            </a:r>
            <a:endParaRPr sz="1000"/>
          </a:p>
          <a:p>
            <a:pPr indent="0" lvl="0" marL="0" rtl="0" algn="l">
              <a:lnSpc>
                <a:spcPct val="100000"/>
              </a:lnSpc>
              <a:spcBef>
                <a:spcPts val="0"/>
              </a:spcBef>
              <a:spcAft>
                <a:spcPts val="0"/>
              </a:spcAft>
              <a:buNone/>
            </a:pPr>
            <a:r>
              <a:rPr lang="en" sz="1000"/>
              <a:t>void draw() {</a:t>
            </a:r>
            <a:endParaRPr sz="1000"/>
          </a:p>
          <a:p>
            <a:pPr indent="0" lvl="0" marL="0" rtl="0" algn="l">
              <a:lnSpc>
                <a:spcPct val="100000"/>
              </a:lnSpc>
              <a:spcBef>
                <a:spcPts val="0"/>
              </a:spcBef>
              <a:spcAft>
                <a:spcPts val="0"/>
              </a:spcAft>
              <a:buNone/>
            </a:pPr>
            <a:r>
              <a:rPr lang="en" sz="1000"/>
              <a:t>  background(200);</a:t>
            </a:r>
            <a:endParaRPr sz="1000"/>
          </a:p>
          <a:p>
            <a:pPr indent="0" lvl="0" marL="0" rtl="0" algn="l">
              <a:lnSpc>
                <a:spcPct val="100000"/>
              </a:lnSpc>
              <a:spcBef>
                <a:spcPts val="0"/>
              </a:spcBef>
              <a:spcAft>
                <a:spcPts val="0"/>
              </a:spcAft>
              <a:buNone/>
            </a:pPr>
            <a:r>
              <a:rPr lang="en" sz="1000"/>
              <a:t>  drawAxis(100);</a:t>
            </a:r>
            <a:endParaRPr sz="1000"/>
          </a:p>
          <a:p>
            <a:pPr indent="0" lvl="0" marL="0" rtl="0" algn="l">
              <a:lnSpc>
                <a:spcPct val="100000"/>
              </a:lnSpc>
              <a:spcBef>
                <a:spcPts val="0"/>
              </a:spcBef>
              <a:spcAft>
                <a:spcPts val="0"/>
              </a:spcAft>
              <a:buNone/>
            </a:pPr>
            <a:r>
              <a:t/>
            </a:r>
            <a:endParaRPr sz="1000"/>
          </a:p>
          <a:p>
            <a:pPr indent="0" lvl="0" marL="0" rtl="0" algn="l">
              <a:lnSpc>
                <a:spcPct val="100000"/>
              </a:lnSpc>
              <a:spcBef>
                <a:spcPts val="0"/>
              </a:spcBef>
              <a:spcAft>
                <a:spcPts val="0"/>
              </a:spcAft>
              <a:buNone/>
            </a:pPr>
            <a:r>
              <a:rPr lang="en" sz="1000"/>
              <a:t>  translate(300, 300);</a:t>
            </a:r>
            <a:endParaRPr sz="1000"/>
          </a:p>
          <a:p>
            <a:pPr indent="0" lvl="0" marL="0" rtl="0" algn="l">
              <a:lnSpc>
                <a:spcPct val="100000"/>
              </a:lnSpc>
              <a:spcBef>
                <a:spcPts val="0"/>
              </a:spcBef>
              <a:spcAft>
                <a:spcPts val="0"/>
              </a:spcAft>
              <a:buNone/>
            </a:pPr>
            <a:r>
              <a:rPr lang="en" sz="1000"/>
              <a:t>  drawObject(255, 0, 0, 100, 100);</a:t>
            </a:r>
            <a:endParaRPr sz="1000"/>
          </a:p>
          <a:p>
            <a:pPr indent="0" lvl="0" marL="0" rtl="0" algn="l">
              <a:lnSpc>
                <a:spcPct val="100000"/>
              </a:lnSpc>
              <a:spcBef>
                <a:spcPts val="0"/>
              </a:spcBef>
              <a:spcAft>
                <a:spcPts val="0"/>
              </a:spcAft>
              <a:buNone/>
            </a:pPr>
            <a:r>
              <a:t/>
            </a:r>
            <a:endParaRPr sz="1000"/>
          </a:p>
          <a:p>
            <a:pPr indent="0" lvl="0" marL="0" rtl="0" algn="l">
              <a:lnSpc>
                <a:spcPct val="100000"/>
              </a:lnSpc>
              <a:spcBef>
                <a:spcPts val="0"/>
              </a:spcBef>
              <a:spcAft>
                <a:spcPts val="0"/>
              </a:spcAft>
              <a:buNone/>
            </a:pPr>
            <a:r>
              <a:rPr b="1" lang="en" sz="1000"/>
              <a:t> </a:t>
            </a:r>
            <a:r>
              <a:rPr lang="en" sz="1000"/>
              <a:t> pushMatrix()</a:t>
            </a:r>
            <a:endParaRPr sz="1000"/>
          </a:p>
          <a:p>
            <a:pPr indent="0" lvl="0" marL="0" rtl="0" algn="l">
              <a:lnSpc>
                <a:spcPct val="100000"/>
              </a:lnSpc>
              <a:spcBef>
                <a:spcPts val="0"/>
              </a:spcBef>
              <a:spcAft>
                <a:spcPts val="0"/>
              </a:spcAft>
              <a:buNone/>
            </a:pPr>
            <a:r>
              <a:rPr lang="en" sz="1000"/>
              <a:t>    …</a:t>
            </a:r>
            <a:endParaRPr sz="1000"/>
          </a:p>
          <a:p>
            <a:pPr indent="0" lvl="0" marL="0" rtl="0" algn="l">
              <a:lnSpc>
                <a:spcPct val="100000"/>
              </a:lnSpc>
              <a:spcBef>
                <a:spcPts val="0"/>
              </a:spcBef>
              <a:spcAft>
                <a:spcPts val="0"/>
              </a:spcAft>
              <a:buNone/>
            </a:pPr>
            <a:r>
              <a:rPr lang="en" sz="1000"/>
              <a:t>  pushMatrix()</a:t>
            </a:r>
            <a:endParaRPr sz="1000"/>
          </a:p>
          <a:p>
            <a:pPr indent="0" lvl="0" marL="0" rtl="0" algn="l">
              <a:lnSpc>
                <a:spcPct val="100000"/>
              </a:lnSpc>
              <a:spcBef>
                <a:spcPts val="0"/>
              </a:spcBef>
              <a:spcAft>
                <a:spcPts val="0"/>
              </a:spcAft>
              <a:buNone/>
            </a:pPr>
            <a:r>
              <a:rPr lang="en" sz="1000"/>
              <a:t>    translate(-100, 100);</a:t>
            </a:r>
            <a:endParaRPr sz="1000"/>
          </a:p>
          <a:p>
            <a:pPr indent="0" lvl="0" marL="0" rtl="0" algn="l">
              <a:lnSpc>
                <a:spcPct val="100000"/>
              </a:lnSpc>
              <a:spcBef>
                <a:spcPts val="0"/>
              </a:spcBef>
              <a:spcAft>
                <a:spcPts val="0"/>
              </a:spcAft>
              <a:buNone/>
            </a:pPr>
            <a:r>
              <a:rPr lang="en" sz="1000"/>
              <a:t>   </a:t>
            </a:r>
            <a:r>
              <a:rPr b="1" lang="en" sz="1000"/>
              <a:t> rotate(theta);</a:t>
            </a:r>
            <a:endParaRPr b="1" sz="1000"/>
          </a:p>
          <a:p>
            <a:pPr indent="0" lvl="0" marL="0" rtl="0" algn="l">
              <a:lnSpc>
                <a:spcPct val="100000"/>
              </a:lnSpc>
              <a:spcBef>
                <a:spcPts val="0"/>
              </a:spcBef>
              <a:spcAft>
                <a:spcPts val="0"/>
              </a:spcAft>
              <a:buNone/>
            </a:pPr>
            <a:r>
              <a:rPr lang="en" sz="1000"/>
              <a:t>    drawObject(0, 0, 255, 100, 100);</a:t>
            </a:r>
            <a:endParaRPr sz="1000"/>
          </a:p>
          <a:p>
            <a:pPr indent="0" lvl="0" marL="0" rtl="0" algn="l">
              <a:lnSpc>
                <a:spcPct val="100000"/>
              </a:lnSpc>
              <a:spcBef>
                <a:spcPts val="0"/>
              </a:spcBef>
              <a:spcAft>
                <a:spcPts val="0"/>
              </a:spcAft>
              <a:buNone/>
            </a:pPr>
            <a:r>
              <a:rPr lang="en" sz="1000"/>
              <a:t>  popMatrix();</a:t>
            </a:r>
            <a:endParaRPr sz="1000"/>
          </a:p>
          <a:p>
            <a:pPr indent="0" lvl="0" marL="0" rtl="0" algn="l">
              <a:lnSpc>
                <a:spcPct val="100000"/>
              </a:lnSpc>
              <a:spcBef>
                <a:spcPts val="0"/>
              </a:spcBef>
              <a:spcAft>
                <a:spcPts val="0"/>
              </a:spcAft>
              <a:buNone/>
            </a:pPr>
            <a:r>
              <a:t/>
            </a:r>
            <a:endParaRPr sz="1000"/>
          </a:p>
          <a:p>
            <a:pPr indent="0" lvl="0" marL="0" rtl="0" algn="l">
              <a:lnSpc>
                <a:spcPct val="100000"/>
              </a:lnSpc>
              <a:spcBef>
                <a:spcPts val="0"/>
              </a:spcBef>
              <a:spcAft>
                <a:spcPts val="0"/>
              </a:spcAft>
              <a:buNone/>
            </a:pPr>
            <a:r>
              <a:rPr lang="en" sz="1000"/>
              <a:t>  translate(100, 100);</a:t>
            </a:r>
            <a:endParaRPr sz="1000"/>
          </a:p>
          <a:p>
            <a:pPr indent="0" lvl="0" marL="0" rtl="0" algn="l">
              <a:lnSpc>
                <a:spcPct val="100000"/>
              </a:lnSpc>
              <a:spcBef>
                <a:spcPts val="0"/>
              </a:spcBef>
              <a:spcAft>
                <a:spcPts val="0"/>
              </a:spcAft>
              <a:buNone/>
            </a:pPr>
            <a:r>
              <a:rPr lang="en" sz="1000"/>
              <a:t>  drawObject(0, 255, 0, 100, 100);</a:t>
            </a:r>
            <a:endParaRPr sz="1000"/>
          </a:p>
          <a:p>
            <a:pPr indent="0" lvl="0" marL="0" rtl="0" algn="l">
              <a:lnSpc>
                <a:spcPct val="100000"/>
              </a:lnSpc>
              <a:spcBef>
                <a:spcPts val="0"/>
              </a:spcBef>
              <a:spcAft>
                <a:spcPts val="0"/>
              </a:spcAft>
              <a:buNone/>
            </a:pPr>
            <a:r>
              <a:rPr b="1" lang="en" sz="1000"/>
              <a:t>  theta+=0.01;</a:t>
            </a:r>
            <a:endParaRPr b="1" sz="1000"/>
          </a:p>
          <a:p>
            <a:pPr indent="0" lvl="0" marL="0" rtl="0" algn="l">
              <a:lnSpc>
                <a:spcPct val="100000"/>
              </a:lnSpc>
              <a:spcBef>
                <a:spcPts val="0"/>
              </a:spcBef>
              <a:spcAft>
                <a:spcPts val="0"/>
              </a:spcAft>
              <a:buNone/>
            </a:pPr>
            <a:r>
              <a:rPr lang="en" sz="1000"/>
              <a:t>}</a:t>
            </a:r>
            <a:endParaRPr sz="1000"/>
          </a:p>
          <a:p>
            <a:pPr indent="0" lvl="0" marL="0" rtl="0" algn="l">
              <a:lnSpc>
                <a:spcPct val="100000"/>
              </a:lnSpc>
              <a:spcBef>
                <a:spcPts val="0"/>
              </a:spcBef>
              <a:spcAft>
                <a:spcPts val="0"/>
              </a:spcAft>
              <a:buNone/>
            </a:pPr>
            <a:r>
              <a:t/>
            </a:r>
            <a:endParaRPr b="1" sz="1000"/>
          </a:p>
          <a:p>
            <a:pPr indent="0" lvl="0" marL="0" rtl="0" algn="l">
              <a:lnSpc>
                <a:spcPct val="100000"/>
              </a:lnSpc>
              <a:spcBef>
                <a:spcPts val="0"/>
              </a:spcBef>
              <a:spcAft>
                <a:spcPts val="0"/>
              </a:spcAft>
              <a:buNone/>
            </a:pPr>
            <a:r>
              <a:rPr lang="en" sz="1000"/>
              <a:t>void drawObject(int r, int g, int b, int w, int h) { … } </a:t>
            </a:r>
            <a:endParaRPr sz="1000"/>
          </a:p>
          <a:p>
            <a:pPr indent="0" lvl="0" marL="0" rtl="0" algn="l">
              <a:lnSpc>
                <a:spcPct val="100000"/>
              </a:lnSpc>
              <a:spcBef>
                <a:spcPts val="0"/>
              </a:spcBef>
              <a:spcAft>
                <a:spcPts val="0"/>
              </a:spcAft>
              <a:buNone/>
            </a:pPr>
            <a:r>
              <a:rPr lang="en" sz="1000"/>
              <a:t>void drawAxis(int w) { … }</a:t>
            </a:r>
            <a:endParaRPr sz="1000"/>
          </a:p>
          <a:p>
            <a:pPr indent="0" lvl="0" marL="0" rtl="0" algn="l">
              <a:lnSpc>
                <a:spcPct val="100000"/>
              </a:lnSpc>
              <a:spcBef>
                <a:spcPts val="0"/>
              </a:spcBef>
              <a:spcAft>
                <a:spcPts val="0"/>
              </a:spcAft>
              <a:buNone/>
            </a:pPr>
            <a:r>
              <a:t/>
            </a:r>
            <a:endParaRPr sz="1000"/>
          </a:p>
        </p:txBody>
      </p:sp>
      <p:sp>
        <p:nvSpPr>
          <p:cNvPr id="175" name="Google Shape;175;p2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76" name="Google Shape;176;p27"/>
          <p:cNvPicPr preferRelativeResize="0"/>
          <p:nvPr/>
        </p:nvPicPr>
        <p:blipFill>
          <a:blip r:embed="rId3">
            <a:alphaModFix/>
          </a:blip>
          <a:stretch>
            <a:fillRect/>
          </a:stretch>
        </p:blipFill>
        <p:spPr>
          <a:xfrm>
            <a:off x="5217948" y="1118363"/>
            <a:ext cx="3362550" cy="3484632"/>
          </a:xfrm>
          <a:prstGeom prst="rect">
            <a:avLst/>
          </a:prstGeom>
          <a:noFill/>
          <a:ln>
            <a:noFill/>
          </a:ln>
        </p:spPr>
      </p:pic>
      <p:pic>
        <p:nvPicPr>
          <p:cNvPr id="177" name="Google Shape;177;p27"/>
          <p:cNvPicPr preferRelativeResize="0"/>
          <p:nvPr/>
        </p:nvPicPr>
        <p:blipFill>
          <a:blip r:embed="rId4">
            <a:alphaModFix/>
          </a:blip>
          <a:stretch>
            <a:fillRect/>
          </a:stretch>
        </p:blipFill>
        <p:spPr>
          <a:xfrm>
            <a:off x="5217948" y="1118375"/>
            <a:ext cx="3362550" cy="3484632"/>
          </a:xfrm>
          <a:prstGeom prst="rect">
            <a:avLst/>
          </a:prstGeom>
          <a:noFill/>
          <a:ln>
            <a:noFill/>
          </a:ln>
        </p:spPr>
      </p:pic>
      <p:pic>
        <p:nvPicPr>
          <p:cNvPr descr="ccw_cw_right_left_object-512.png" id="178" name="Google Shape;178;p27"/>
          <p:cNvPicPr preferRelativeResize="0"/>
          <p:nvPr/>
        </p:nvPicPr>
        <p:blipFill>
          <a:blip r:embed="rId5">
            <a:alphaModFix amt="4000"/>
          </a:blip>
          <a:stretch>
            <a:fillRect/>
          </a:stretch>
        </p:blipFill>
        <p:spPr>
          <a:xfrm>
            <a:off x="5489000" y="2554700"/>
            <a:ext cx="1684774" cy="168477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
                                        </p:tgtEl>
                                        <p:attrNameLst>
                                          <p:attrName>style.visibility</p:attrName>
                                        </p:attrNameLst>
                                      </p:cBhvr>
                                      <p:to>
                                        <p:strVal val="visible"/>
                                      </p:to>
                                    </p:set>
                                    <p:animEffect filter="fade" transition="in">
                                      <p:cBhvr>
                                        <p:cTn dur="1000"/>
                                        <p:tgtEl>
                                          <p:spTgt spid="1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
                                        </p:tgtEl>
                                        <p:attrNameLst>
                                          <p:attrName>style.visibility</p:attrName>
                                        </p:attrNameLst>
                                      </p:cBhvr>
                                      <p:to>
                                        <p:strVal val="visible"/>
                                      </p:to>
                                    </p:set>
                                    <p:animEffect filter="fade" transition="in">
                                      <p:cBhvr>
                                        <p:cTn dur="1000"/>
                                        <p:tgtEl>
                                          <p:spTgt spid="1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Translation</a:t>
            </a:r>
            <a:endParaRPr/>
          </a:p>
        </p:txBody>
      </p:sp>
      <p:sp>
        <p:nvSpPr>
          <p:cNvPr id="184" name="Google Shape;184;p28"/>
          <p:cNvSpPr txBox="1"/>
          <p:nvPr>
            <p:ph idx="1" type="body"/>
          </p:nvPr>
        </p:nvSpPr>
        <p:spPr>
          <a:xfrm>
            <a:off x="311700" y="1152475"/>
            <a:ext cx="33624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000"/>
              <a:t>float theta=0.; </a:t>
            </a:r>
            <a:endParaRPr b="1" sz="1000"/>
          </a:p>
          <a:p>
            <a:pPr indent="0" lvl="0" marL="0" rtl="0" algn="l">
              <a:lnSpc>
                <a:spcPct val="100000"/>
              </a:lnSpc>
              <a:spcBef>
                <a:spcPts val="0"/>
              </a:spcBef>
              <a:spcAft>
                <a:spcPts val="0"/>
              </a:spcAft>
              <a:buNone/>
            </a:pPr>
            <a:r>
              <a:rPr lang="en" sz="1000"/>
              <a:t>void setup() { … }</a:t>
            </a:r>
            <a:endParaRPr sz="1000"/>
          </a:p>
          <a:p>
            <a:pPr indent="0" lvl="0" marL="0" rtl="0" algn="l">
              <a:lnSpc>
                <a:spcPct val="100000"/>
              </a:lnSpc>
              <a:spcBef>
                <a:spcPts val="0"/>
              </a:spcBef>
              <a:spcAft>
                <a:spcPts val="0"/>
              </a:spcAft>
              <a:buNone/>
            </a:pPr>
            <a:r>
              <a:t/>
            </a:r>
            <a:endParaRPr sz="1000"/>
          </a:p>
          <a:p>
            <a:pPr indent="0" lvl="0" marL="0" rtl="0" algn="l">
              <a:lnSpc>
                <a:spcPct val="100000"/>
              </a:lnSpc>
              <a:spcBef>
                <a:spcPts val="0"/>
              </a:spcBef>
              <a:spcAft>
                <a:spcPts val="0"/>
              </a:spcAft>
              <a:buNone/>
            </a:pPr>
            <a:r>
              <a:rPr lang="en" sz="1000"/>
              <a:t>void draw() {</a:t>
            </a:r>
            <a:endParaRPr sz="1000"/>
          </a:p>
          <a:p>
            <a:pPr indent="0" lvl="0" marL="0" rtl="0" algn="l">
              <a:lnSpc>
                <a:spcPct val="100000"/>
              </a:lnSpc>
              <a:spcBef>
                <a:spcPts val="0"/>
              </a:spcBef>
              <a:spcAft>
                <a:spcPts val="0"/>
              </a:spcAft>
              <a:buNone/>
            </a:pPr>
            <a:r>
              <a:rPr lang="en" sz="1000"/>
              <a:t>  background(200);</a:t>
            </a:r>
            <a:endParaRPr sz="1000"/>
          </a:p>
          <a:p>
            <a:pPr indent="0" lvl="0" marL="0" rtl="0" algn="l">
              <a:lnSpc>
                <a:spcPct val="100000"/>
              </a:lnSpc>
              <a:spcBef>
                <a:spcPts val="0"/>
              </a:spcBef>
              <a:spcAft>
                <a:spcPts val="0"/>
              </a:spcAft>
              <a:buNone/>
            </a:pPr>
            <a:r>
              <a:rPr lang="en" sz="1000"/>
              <a:t>  drawAxis(100);</a:t>
            </a:r>
            <a:endParaRPr sz="1000"/>
          </a:p>
          <a:p>
            <a:pPr indent="0" lvl="0" marL="0" rtl="0" algn="l">
              <a:lnSpc>
                <a:spcPct val="100000"/>
              </a:lnSpc>
              <a:spcBef>
                <a:spcPts val="0"/>
              </a:spcBef>
              <a:spcAft>
                <a:spcPts val="0"/>
              </a:spcAft>
              <a:buNone/>
            </a:pPr>
            <a:r>
              <a:t/>
            </a:r>
            <a:endParaRPr sz="1000"/>
          </a:p>
          <a:p>
            <a:pPr indent="0" lvl="0" marL="0" rtl="0" algn="l">
              <a:lnSpc>
                <a:spcPct val="100000"/>
              </a:lnSpc>
              <a:spcBef>
                <a:spcPts val="0"/>
              </a:spcBef>
              <a:spcAft>
                <a:spcPts val="0"/>
              </a:spcAft>
              <a:buNone/>
            </a:pPr>
            <a:r>
              <a:rPr lang="en" sz="1000"/>
              <a:t>  translate(300, 300);</a:t>
            </a:r>
            <a:endParaRPr sz="1000"/>
          </a:p>
          <a:p>
            <a:pPr indent="0" lvl="0" marL="0" rtl="0" algn="l">
              <a:lnSpc>
                <a:spcPct val="100000"/>
              </a:lnSpc>
              <a:spcBef>
                <a:spcPts val="0"/>
              </a:spcBef>
              <a:spcAft>
                <a:spcPts val="0"/>
              </a:spcAft>
              <a:buNone/>
            </a:pPr>
            <a:r>
              <a:rPr lang="en" sz="1000"/>
              <a:t>  drawObject(255, 0, 0, 100, 100);</a:t>
            </a:r>
            <a:endParaRPr sz="1000"/>
          </a:p>
          <a:p>
            <a:pPr indent="0" lvl="0" marL="0" rtl="0" algn="l">
              <a:lnSpc>
                <a:spcPct val="100000"/>
              </a:lnSpc>
              <a:spcBef>
                <a:spcPts val="0"/>
              </a:spcBef>
              <a:spcAft>
                <a:spcPts val="0"/>
              </a:spcAft>
              <a:buNone/>
            </a:pPr>
            <a:r>
              <a:t/>
            </a:r>
            <a:endParaRPr sz="1000"/>
          </a:p>
          <a:p>
            <a:pPr indent="0" lvl="0" marL="0" rtl="0" algn="l">
              <a:lnSpc>
                <a:spcPct val="100000"/>
              </a:lnSpc>
              <a:spcBef>
                <a:spcPts val="0"/>
              </a:spcBef>
              <a:spcAft>
                <a:spcPts val="0"/>
              </a:spcAft>
              <a:buNone/>
            </a:pPr>
            <a:r>
              <a:rPr b="1" lang="en" sz="1000"/>
              <a:t> </a:t>
            </a:r>
            <a:r>
              <a:rPr lang="en" sz="1000"/>
              <a:t> pushMatrix()</a:t>
            </a:r>
            <a:endParaRPr sz="1000"/>
          </a:p>
          <a:p>
            <a:pPr indent="0" lvl="0" marL="0" rtl="0" algn="l">
              <a:lnSpc>
                <a:spcPct val="100000"/>
              </a:lnSpc>
              <a:spcBef>
                <a:spcPts val="0"/>
              </a:spcBef>
              <a:spcAft>
                <a:spcPts val="0"/>
              </a:spcAft>
              <a:buNone/>
            </a:pPr>
            <a:r>
              <a:rPr lang="en" sz="1000"/>
              <a:t>    …</a:t>
            </a:r>
            <a:endParaRPr sz="1000"/>
          </a:p>
          <a:p>
            <a:pPr indent="0" lvl="0" marL="0" rtl="0" algn="l">
              <a:lnSpc>
                <a:spcPct val="100000"/>
              </a:lnSpc>
              <a:spcBef>
                <a:spcPts val="0"/>
              </a:spcBef>
              <a:spcAft>
                <a:spcPts val="0"/>
              </a:spcAft>
              <a:buNone/>
            </a:pPr>
            <a:r>
              <a:rPr lang="en" sz="1000"/>
              <a:t>  pushMatrix()</a:t>
            </a:r>
            <a:endParaRPr sz="1000"/>
          </a:p>
          <a:p>
            <a:pPr indent="0" lvl="0" marL="0" rtl="0" algn="l">
              <a:lnSpc>
                <a:spcPct val="100000"/>
              </a:lnSpc>
              <a:spcBef>
                <a:spcPts val="0"/>
              </a:spcBef>
              <a:spcAft>
                <a:spcPts val="0"/>
              </a:spcAft>
              <a:buNone/>
            </a:pPr>
            <a:r>
              <a:rPr lang="en" sz="1000"/>
              <a:t>    translate(-100, 100);</a:t>
            </a:r>
            <a:endParaRPr sz="1000"/>
          </a:p>
          <a:p>
            <a:pPr indent="0" lvl="0" marL="0" rtl="0" algn="l">
              <a:lnSpc>
                <a:spcPct val="100000"/>
              </a:lnSpc>
              <a:spcBef>
                <a:spcPts val="0"/>
              </a:spcBef>
              <a:spcAft>
                <a:spcPts val="0"/>
              </a:spcAft>
              <a:buNone/>
            </a:pPr>
            <a:r>
              <a:rPr lang="en" sz="1000"/>
              <a:t>   </a:t>
            </a:r>
            <a:r>
              <a:rPr b="1" lang="en" sz="1000"/>
              <a:t> rotate(theta);</a:t>
            </a:r>
            <a:endParaRPr b="1" sz="1000"/>
          </a:p>
          <a:p>
            <a:pPr indent="0" lvl="0" marL="0" rtl="0" algn="l">
              <a:lnSpc>
                <a:spcPct val="100000"/>
              </a:lnSpc>
              <a:spcBef>
                <a:spcPts val="0"/>
              </a:spcBef>
              <a:spcAft>
                <a:spcPts val="0"/>
              </a:spcAft>
              <a:buNone/>
            </a:pPr>
            <a:r>
              <a:rPr lang="en" sz="1000"/>
              <a:t>    drawObject(0, 0, 255, 100, 100);</a:t>
            </a:r>
            <a:endParaRPr sz="1000"/>
          </a:p>
          <a:p>
            <a:pPr indent="0" lvl="0" marL="0" rtl="0" algn="l">
              <a:lnSpc>
                <a:spcPct val="100000"/>
              </a:lnSpc>
              <a:spcBef>
                <a:spcPts val="0"/>
              </a:spcBef>
              <a:spcAft>
                <a:spcPts val="0"/>
              </a:spcAft>
              <a:buNone/>
            </a:pPr>
            <a:r>
              <a:rPr lang="en" sz="1000"/>
              <a:t>  popMatrix();</a:t>
            </a:r>
            <a:endParaRPr sz="1000"/>
          </a:p>
          <a:p>
            <a:pPr indent="0" lvl="0" marL="0" rtl="0" algn="l">
              <a:lnSpc>
                <a:spcPct val="100000"/>
              </a:lnSpc>
              <a:spcBef>
                <a:spcPts val="0"/>
              </a:spcBef>
              <a:spcAft>
                <a:spcPts val="0"/>
              </a:spcAft>
              <a:buNone/>
            </a:pPr>
            <a:r>
              <a:t/>
            </a:r>
            <a:endParaRPr sz="1000"/>
          </a:p>
          <a:p>
            <a:pPr indent="0" lvl="0" marL="0" rtl="0" algn="l">
              <a:lnSpc>
                <a:spcPct val="100000"/>
              </a:lnSpc>
              <a:spcBef>
                <a:spcPts val="0"/>
              </a:spcBef>
              <a:spcAft>
                <a:spcPts val="0"/>
              </a:spcAft>
              <a:buNone/>
            </a:pPr>
            <a:r>
              <a:rPr lang="en" sz="1000"/>
              <a:t>  translate(100, 100);</a:t>
            </a:r>
            <a:endParaRPr sz="1000"/>
          </a:p>
          <a:p>
            <a:pPr indent="0" lvl="0" marL="0" rtl="0" algn="l">
              <a:lnSpc>
                <a:spcPct val="100000"/>
              </a:lnSpc>
              <a:spcBef>
                <a:spcPts val="0"/>
              </a:spcBef>
              <a:spcAft>
                <a:spcPts val="0"/>
              </a:spcAft>
              <a:buNone/>
            </a:pPr>
            <a:r>
              <a:rPr lang="en" sz="1000"/>
              <a:t>  </a:t>
            </a:r>
            <a:r>
              <a:rPr b="1" lang="en" sz="1000"/>
              <a:t>rotate(theta)</a:t>
            </a:r>
            <a:endParaRPr b="1" sz="1000"/>
          </a:p>
          <a:p>
            <a:pPr indent="0" lvl="0" marL="0" rtl="0" algn="l">
              <a:lnSpc>
                <a:spcPct val="100000"/>
              </a:lnSpc>
              <a:spcBef>
                <a:spcPts val="0"/>
              </a:spcBef>
              <a:spcAft>
                <a:spcPts val="0"/>
              </a:spcAft>
              <a:buNone/>
            </a:pPr>
            <a:r>
              <a:rPr lang="en" sz="1000"/>
              <a:t>  drawObject(0, 255, 0, 100, 100);</a:t>
            </a:r>
            <a:endParaRPr sz="1000"/>
          </a:p>
          <a:p>
            <a:pPr indent="0" lvl="0" marL="0" rtl="0" algn="l">
              <a:lnSpc>
                <a:spcPct val="100000"/>
              </a:lnSpc>
              <a:spcBef>
                <a:spcPts val="0"/>
              </a:spcBef>
              <a:spcAft>
                <a:spcPts val="0"/>
              </a:spcAft>
              <a:buNone/>
            </a:pPr>
            <a:r>
              <a:rPr b="1" lang="en" sz="1000"/>
              <a:t>  theta+=0.01;</a:t>
            </a:r>
            <a:endParaRPr b="1" sz="1000"/>
          </a:p>
          <a:p>
            <a:pPr indent="0" lvl="0" marL="0" rtl="0" algn="l">
              <a:lnSpc>
                <a:spcPct val="100000"/>
              </a:lnSpc>
              <a:spcBef>
                <a:spcPts val="0"/>
              </a:spcBef>
              <a:spcAft>
                <a:spcPts val="0"/>
              </a:spcAft>
              <a:buNone/>
            </a:pPr>
            <a:r>
              <a:rPr lang="en" sz="1000"/>
              <a:t>}</a:t>
            </a:r>
            <a:endParaRPr b="1" sz="1000"/>
          </a:p>
          <a:p>
            <a:pPr indent="0" lvl="0" marL="0" rtl="0" algn="l">
              <a:lnSpc>
                <a:spcPct val="100000"/>
              </a:lnSpc>
              <a:spcBef>
                <a:spcPts val="0"/>
              </a:spcBef>
              <a:spcAft>
                <a:spcPts val="0"/>
              </a:spcAft>
              <a:buNone/>
            </a:pPr>
            <a:r>
              <a:rPr lang="en" sz="1000"/>
              <a:t>void drawObject(int r, int g, int b, int w, int h) { … } </a:t>
            </a:r>
            <a:endParaRPr sz="1000"/>
          </a:p>
          <a:p>
            <a:pPr indent="0" lvl="0" marL="0" rtl="0" algn="l">
              <a:lnSpc>
                <a:spcPct val="100000"/>
              </a:lnSpc>
              <a:spcBef>
                <a:spcPts val="0"/>
              </a:spcBef>
              <a:spcAft>
                <a:spcPts val="0"/>
              </a:spcAft>
              <a:buNone/>
            </a:pPr>
            <a:r>
              <a:rPr lang="en" sz="1000"/>
              <a:t>void drawAxis(int w) { … }</a:t>
            </a:r>
            <a:endParaRPr sz="1000"/>
          </a:p>
          <a:p>
            <a:pPr indent="0" lvl="0" marL="0" rtl="0" algn="l">
              <a:lnSpc>
                <a:spcPct val="100000"/>
              </a:lnSpc>
              <a:spcBef>
                <a:spcPts val="0"/>
              </a:spcBef>
              <a:spcAft>
                <a:spcPts val="0"/>
              </a:spcAft>
              <a:buNone/>
            </a:pPr>
            <a:r>
              <a:t/>
            </a:r>
            <a:endParaRPr sz="1000"/>
          </a:p>
        </p:txBody>
      </p:sp>
      <p:sp>
        <p:nvSpPr>
          <p:cNvPr id="185" name="Google Shape;185;p2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86" name="Google Shape;186;p28"/>
          <p:cNvPicPr preferRelativeResize="0"/>
          <p:nvPr/>
        </p:nvPicPr>
        <p:blipFill>
          <a:blip r:embed="rId3">
            <a:alphaModFix/>
          </a:blip>
          <a:stretch>
            <a:fillRect/>
          </a:stretch>
        </p:blipFill>
        <p:spPr>
          <a:xfrm>
            <a:off x="5217948" y="1118363"/>
            <a:ext cx="3362550" cy="3484632"/>
          </a:xfrm>
          <a:prstGeom prst="rect">
            <a:avLst/>
          </a:prstGeom>
          <a:noFill/>
          <a:ln>
            <a:noFill/>
          </a:ln>
        </p:spPr>
      </p:pic>
      <p:pic>
        <p:nvPicPr>
          <p:cNvPr id="187" name="Google Shape;187;p28"/>
          <p:cNvPicPr preferRelativeResize="0"/>
          <p:nvPr/>
        </p:nvPicPr>
        <p:blipFill>
          <a:blip r:embed="rId4">
            <a:alphaModFix/>
          </a:blip>
          <a:stretch>
            <a:fillRect/>
          </a:stretch>
        </p:blipFill>
        <p:spPr>
          <a:xfrm>
            <a:off x="5218025" y="1118450"/>
            <a:ext cx="3362400" cy="3484469"/>
          </a:xfrm>
          <a:prstGeom prst="rect">
            <a:avLst/>
          </a:prstGeom>
          <a:noFill/>
          <a:ln>
            <a:noFill/>
          </a:ln>
        </p:spPr>
      </p:pic>
      <p:pic>
        <p:nvPicPr>
          <p:cNvPr descr="ccw_cw_right_left_object-512.png" id="188" name="Google Shape;188;p28"/>
          <p:cNvPicPr preferRelativeResize="0"/>
          <p:nvPr/>
        </p:nvPicPr>
        <p:blipFill>
          <a:blip r:embed="rId5">
            <a:alphaModFix amt="4000"/>
          </a:blip>
          <a:stretch>
            <a:fillRect/>
          </a:stretch>
        </p:blipFill>
        <p:spPr>
          <a:xfrm>
            <a:off x="5489000" y="2554700"/>
            <a:ext cx="1684774" cy="1684774"/>
          </a:xfrm>
          <a:prstGeom prst="rect">
            <a:avLst/>
          </a:prstGeom>
          <a:noFill/>
          <a:ln>
            <a:noFill/>
          </a:ln>
        </p:spPr>
      </p:pic>
      <p:pic>
        <p:nvPicPr>
          <p:cNvPr descr="ccw_cw_right_left_object-512.png" id="189" name="Google Shape;189;p28"/>
          <p:cNvPicPr preferRelativeResize="0"/>
          <p:nvPr/>
        </p:nvPicPr>
        <p:blipFill>
          <a:blip r:embed="rId5">
            <a:alphaModFix amt="4000"/>
          </a:blip>
          <a:stretch>
            <a:fillRect/>
          </a:stretch>
        </p:blipFill>
        <p:spPr>
          <a:xfrm>
            <a:off x="6667900" y="2554700"/>
            <a:ext cx="1684774" cy="168477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7"/>
                                        </p:tgtEl>
                                        <p:attrNameLst>
                                          <p:attrName>style.visibility</p:attrName>
                                        </p:attrNameLst>
                                      </p:cBhvr>
                                      <p:to>
                                        <p:strVal val="visible"/>
                                      </p:to>
                                    </p:set>
                                    <p:animEffect filter="fade" transition="in">
                                      <p:cBhvr>
                                        <p:cTn dur="1000"/>
                                        <p:tgtEl>
                                          <p:spTgt spid="1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8"/>
                                        </p:tgtEl>
                                        <p:attrNameLst>
                                          <p:attrName>style.visibility</p:attrName>
                                        </p:attrNameLst>
                                      </p:cBhvr>
                                      <p:to>
                                        <p:strVal val="visible"/>
                                      </p:to>
                                    </p:set>
                                    <p:animEffect filter="fade" transition="in">
                                      <p:cBhvr>
                                        <p:cTn dur="1000"/>
                                        <p:tgtEl>
                                          <p:spTgt spid="1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
                                        </p:tgtEl>
                                        <p:attrNameLst>
                                          <p:attrName>style.visibility</p:attrName>
                                        </p:attrNameLst>
                                      </p:cBhvr>
                                      <p:to>
                                        <p:strVal val="visible"/>
                                      </p:to>
                                    </p:set>
                                    <p:animEffect filter="fade" transition="in">
                                      <p:cBhvr>
                                        <p:cTn dur="1000"/>
                                        <p:tgtEl>
                                          <p:spTgt spid="1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Transformation Matrix</a:t>
            </a:r>
            <a:endParaRPr/>
          </a:p>
        </p:txBody>
      </p:sp>
      <p:sp>
        <p:nvSpPr>
          <p:cNvPr id="195" name="Google Shape;195;p29"/>
          <p:cNvSpPr txBox="1"/>
          <p:nvPr>
            <p:ph idx="1" type="body"/>
          </p:nvPr>
        </p:nvSpPr>
        <p:spPr>
          <a:xfrm>
            <a:off x="311700" y="1152475"/>
            <a:ext cx="8520600" cy="360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252525"/>
                </a:solidFill>
                <a:highlight>
                  <a:srgbClr val="FFFFFF"/>
                </a:highlight>
                <a:latin typeface="Georgia"/>
                <a:ea typeface="Georgia"/>
                <a:cs typeface="Georgia"/>
                <a:sym typeface="Georgia"/>
              </a:rPr>
              <a:t>Every time you do a rotation, translation, or scaling, the information required to do the transformation is accumulated into a table of numbers. This table, or matrix has only a few rows and columns, yet, through the miracle of mathematics, it contains all the information needed to do any series of transformations. And that’s why the </a:t>
            </a:r>
            <a:r>
              <a:rPr lang="en" sz="1200">
                <a:solidFill>
                  <a:schemeClr val="dk1"/>
                </a:solidFill>
                <a:highlight>
                  <a:srgbClr val="FFFFFF"/>
                </a:highlight>
                <a:latin typeface="Courier New"/>
                <a:ea typeface="Courier New"/>
                <a:cs typeface="Courier New"/>
                <a:sym typeface="Courier New"/>
              </a:rPr>
              <a:t>pushMatrix()</a:t>
            </a:r>
            <a:r>
              <a:rPr lang="en" sz="1200">
                <a:solidFill>
                  <a:srgbClr val="252525"/>
                </a:solidFill>
                <a:highlight>
                  <a:srgbClr val="FFFFFF"/>
                </a:highlight>
                <a:latin typeface="Georgia"/>
                <a:ea typeface="Georgia"/>
                <a:cs typeface="Georgia"/>
                <a:sym typeface="Georgia"/>
              </a:rPr>
              <a:t> and </a:t>
            </a:r>
            <a:r>
              <a:rPr lang="en" sz="1200">
                <a:solidFill>
                  <a:schemeClr val="dk1"/>
                </a:solidFill>
                <a:highlight>
                  <a:srgbClr val="FFFFFF"/>
                </a:highlight>
                <a:latin typeface="Courier New"/>
                <a:ea typeface="Courier New"/>
                <a:cs typeface="Courier New"/>
                <a:sym typeface="Courier New"/>
              </a:rPr>
              <a:t>popMatrix()</a:t>
            </a:r>
            <a:r>
              <a:rPr lang="en" sz="1200">
                <a:solidFill>
                  <a:srgbClr val="252525"/>
                </a:solidFill>
                <a:highlight>
                  <a:srgbClr val="FFFFFF"/>
                </a:highlight>
                <a:latin typeface="Georgia"/>
                <a:ea typeface="Georgia"/>
                <a:cs typeface="Georgia"/>
                <a:sym typeface="Georgia"/>
              </a:rPr>
              <a:t> have that word in their name.</a:t>
            </a:r>
            <a:endParaRPr sz="1200">
              <a:solidFill>
                <a:srgbClr val="252525"/>
              </a:solidFill>
              <a:highlight>
                <a:srgbClr val="FFFFFF"/>
              </a:highlight>
              <a:latin typeface="Georgia"/>
              <a:ea typeface="Georgia"/>
              <a:cs typeface="Georgia"/>
              <a:sym typeface="Georgia"/>
            </a:endParaRPr>
          </a:p>
          <a:p>
            <a:pPr indent="0" lvl="0" marL="0" rtl="0" algn="l">
              <a:lnSpc>
                <a:spcPct val="160000"/>
              </a:lnSpc>
              <a:spcBef>
                <a:spcPts val="1400"/>
              </a:spcBef>
              <a:spcAft>
                <a:spcPts val="0"/>
              </a:spcAft>
              <a:buNone/>
            </a:pPr>
            <a:r>
              <a:rPr b="1" lang="en" sz="2050">
                <a:solidFill>
                  <a:srgbClr val="5A5A5A"/>
                </a:solidFill>
                <a:highlight>
                  <a:srgbClr val="FFFFFF"/>
                </a:highlight>
                <a:latin typeface="Georgia"/>
                <a:ea typeface="Georgia"/>
                <a:cs typeface="Georgia"/>
                <a:sym typeface="Georgia"/>
              </a:rPr>
              <a:t>Push and Pop</a:t>
            </a:r>
            <a:endParaRPr b="1" sz="2050">
              <a:solidFill>
                <a:srgbClr val="5A5A5A"/>
              </a:solidFill>
              <a:highlight>
                <a:srgbClr val="FFFFFF"/>
              </a:highlight>
              <a:latin typeface="Georgia"/>
              <a:ea typeface="Georgia"/>
              <a:cs typeface="Georgia"/>
              <a:sym typeface="Georgia"/>
            </a:endParaRPr>
          </a:p>
          <a:p>
            <a:pPr indent="0" lvl="0" marL="0" rtl="0" algn="l">
              <a:spcBef>
                <a:spcPts val="400"/>
              </a:spcBef>
              <a:spcAft>
                <a:spcPts val="0"/>
              </a:spcAft>
              <a:buNone/>
            </a:pPr>
            <a:r>
              <a:rPr lang="en" sz="1200">
                <a:solidFill>
                  <a:srgbClr val="252525"/>
                </a:solidFill>
                <a:highlight>
                  <a:srgbClr val="FFFFFF"/>
                </a:highlight>
                <a:latin typeface="Georgia"/>
                <a:ea typeface="Georgia"/>
                <a:cs typeface="Georgia"/>
                <a:sym typeface="Georgia"/>
              </a:rPr>
              <a:t>What about the push and pop part of the names? These come from a computer concept known as a stack, which works like a spring-loaded tray dispenser in a cafeteria. When someone returns a tray to the stack, its weight pushes the platform down. When someone needs a tray, he takes it from the top of the stack, and the remaining trays pop up a little bit.</a:t>
            </a:r>
            <a:endParaRPr sz="1200">
              <a:solidFill>
                <a:srgbClr val="252525"/>
              </a:solidFill>
              <a:highlight>
                <a:srgbClr val="FFFFFF"/>
              </a:highlight>
              <a:latin typeface="Georgia"/>
              <a:ea typeface="Georgia"/>
              <a:cs typeface="Georgia"/>
              <a:sym typeface="Georgia"/>
            </a:endParaRPr>
          </a:p>
          <a:p>
            <a:pPr indent="0" lvl="0" marL="0" rtl="0" algn="l">
              <a:spcBef>
                <a:spcPts val="0"/>
              </a:spcBef>
              <a:spcAft>
                <a:spcPts val="0"/>
              </a:spcAft>
              <a:buNone/>
            </a:pPr>
            <a:r>
              <a:rPr lang="en" sz="1200">
                <a:solidFill>
                  <a:srgbClr val="252525"/>
                </a:solidFill>
                <a:highlight>
                  <a:srgbClr val="FFFFFF"/>
                </a:highlight>
                <a:latin typeface="Georgia"/>
                <a:ea typeface="Georgia"/>
                <a:cs typeface="Georgia"/>
                <a:sym typeface="Georgia"/>
              </a:rPr>
              <a:t>In a similar manner, </a:t>
            </a:r>
            <a:r>
              <a:rPr lang="en" sz="1200">
                <a:solidFill>
                  <a:schemeClr val="dk1"/>
                </a:solidFill>
                <a:highlight>
                  <a:srgbClr val="FFFFFF"/>
                </a:highlight>
                <a:latin typeface="Courier New"/>
                <a:ea typeface="Courier New"/>
                <a:cs typeface="Courier New"/>
                <a:sym typeface="Courier New"/>
              </a:rPr>
              <a:t>pushMatrix()</a:t>
            </a:r>
            <a:r>
              <a:rPr lang="en" sz="1200">
                <a:solidFill>
                  <a:srgbClr val="252525"/>
                </a:solidFill>
                <a:highlight>
                  <a:srgbClr val="FFFFFF"/>
                </a:highlight>
                <a:latin typeface="Georgia"/>
                <a:ea typeface="Georgia"/>
                <a:cs typeface="Georgia"/>
                <a:sym typeface="Georgia"/>
              </a:rPr>
              <a:t> puts the current status of the coordinate system at the top of a memory area, and </a:t>
            </a:r>
            <a:r>
              <a:rPr lang="en" sz="1200">
                <a:solidFill>
                  <a:schemeClr val="dk1"/>
                </a:solidFill>
                <a:highlight>
                  <a:srgbClr val="FFFFFF"/>
                </a:highlight>
                <a:latin typeface="Courier New"/>
                <a:ea typeface="Courier New"/>
                <a:cs typeface="Courier New"/>
                <a:sym typeface="Courier New"/>
              </a:rPr>
              <a:t>popMatrix()</a:t>
            </a:r>
            <a:r>
              <a:rPr lang="en" sz="1200">
                <a:solidFill>
                  <a:srgbClr val="252525"/>
                </a:solidFill>
                <a:highlight>
                  <a:srgbClr val="FFFFFF"/>
                </a:highlight>
                <a:latin typeface="Georgia"/>
                <a:ea typeface="Georgia"/>
                <a:cs typeface="Georgia"/>
                <a:sym typeface="Georgia"/>
              </a:rPr>
              <a:t> pulls that status back out. The preceding example used </a:t>
            </a:r>
            <a:r>
              <a:rPr lang="en" sz="1200">
                <a:solidFill>
                  <a:schemeClr val="dk1"/>
                </a:solidFill>
                <a:highlight>
                  <a:srgbClr val="FFFFFF"/>
                </a:highlight>
                <a:latin typeface="Courier New"/>
                <a:ea typeface="Courier New"/>
                <a:cs typeface="Courier New"/>
                <a:sym typeface="Courier New"/>
              </a:rPr>
              <a:t>pushMatrix()</a:t>
            </a:r>
            <a:r>
              <a:rPr lang="en" sz="1200">
                <a:solidFill>
                  <a:srgbClr val="252525"/>
                </a:solidFill>
                <a:highlight>
                  <a:srgbClr val="FFFFFF"/>
                </a:highlight>
                <a:latin typeface="Georgia"/>
                <a:ea typeface="Georgia"/>
                <a:cs typeface="Georgia"/>
                <a:sym typeface="Georgia"/>
              </a:rPr>
              <a:t> and </a:t>
            </a:r>
            <a:r>
              <a:rPr lang="en" sz="1200">
                <a:solidFill>
                  <a:schemeClr val="dk1"/>
                </a:solidFill>
                <a:highlight>
                  <a:srgbClr val="FFFFFF"/>
                </a:highlight>
                <a:latin typeface="Courier New"/>
                <a:ea typeface="Courier New"/>
                <a:cs typeface="Courier New"/>
                <a:sym typeface="Courier New"/>
              </a:rPr>
              <a:t>popMatrix()</a:t>
            </a:r>
            <a:r>
              <a:rPr lang="en" sz="1200">
                <a:solidFill>
                  <a:srgbClr val="252525"/>
                </a:solidFill>
                <a:highlight>
                  <a:srgbClr val="FFFFFF"/>
                </a:highlight>
                <a:latin typeface="Georgia"/>
                <a:ea typeface="Georgia"/>
                <a:cs typeface="Georgia"/>
                <a:sym typeface="Georgia"/>
              </a:rPr>
              <a:t> to make sure that the coordinate system was “clean” before each part of the drawing. In all of the other examples, the calls to those two functions weren’t really necessary, but it doesn’t hurt anything to save and restore the grid status.</a:t>
            </a:r>
            <a:endParaRPr sz="1200">
              <a:solidFill>
                <a:srgbClr val="252525"/>
              </a:solidFill>
              <a:highlight>
                <a:srgbClr val="FFFFFF"/>
              </a:highlight>
              <a:latin typeface="Georgia"/>
              <a:ea typeface="Georgia"/>
              <a:cs typeface="Georgia"/>
              <a:sym typeface="Georgia"/>
            </a:endParaRPr>
          </a:p>
          <a:p>
            <a:pPr indent="0" lvl="0" marL="0" rtl="0" algn="l">
              <a:spcBef>
                <a:spcPts val="0"/>
              </a:spcBef>
              <a:spcAft>
                <a:spcPts val="0"/>
              </a:spcAft>
              <a:buNone/>
            </a:pPr>
            <a:r>
              <a:rPr lang="en" sz="1200">
                <a:solidFill>
                  <a:srgbClr val="252525"/>
                </a:solidFill>
                <a:highlight>
                  <a:srgbClr val="FFFFFF"/>
                </a:highlight>
                <a:latin typeface="Georgia"/>
                <a:ea typeface="Georgia"/>
                <a:cs typeface="Georgia"/>
                <a:sym typeface="Georgia"/>
              </a:rPr>
              <a:t>Note: in Processing, the coordinate system is restored to its original state (origin at the upper left of the window, no rotation, and no scaling) every time that the </a:t>
            </a:r>
            <a:r>
              <a:rPr lang="en" sz="1200">
                <a:solidFill>
                  <a:schemeClr val="dk1"/>
                </a:solidFill>
                <a:highlight>
                  <a:srgbClr val="FFFFFF"/>
                </a:highlight>
                <a:latin typeface="Courier New"/>
                <a:ea typeface="Courier New"/>
                <a:cs typeface="Courier New"/>
                <a:sym typeface="Courier New"/>
              </a:rPr>
              <a:t>draw()</a:t>
            </a:r>
            <a:r>
              <a:rPr lang="en" sz="1200">
                <a:solidFill>
                  <a:srgbClr val="252525"/>
                </a:solidFill>
                <a:highlight>
                  <a:srgbClr val="FFFFFF"/>
                </a:highlight>
                <a:latin typeface="Georgia"/>
                <a:ea typeface="Georgia"/>
                <a:cs typeface="Georgia"/>
                <a:sym typeface="Georgia"/>
              </a:rPr>
              <a:t> function is executed.</a:t>
            </a:r>
            <a:endParaRPr sz="1200"/>
          </a:p>
        </p:txBody>
      </p:sp>
      <p:sp>
        <p:nvSpPr>
          <p:cNvPr id="196" name="Google Shape;196;p2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7" name="Google Shape;197;p29"/>
          <p:cNvSpPr txBox="1"/>
          <p:nvPr/>
        </p:nvSpPr>
        <p:spPr>
          <a:xfrm>
            <a:off x="0" y="0"/>
            <a:ext cx="9144000" cy="264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https://www.processing.org/tutorials/transform2d/</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Introduction to transformations</a:t>
            </a:r>
            <a:endParaRPr/>
          </a:p>
        </p:txBody>
      </p:sp>
      <p:sp>
        <p:nvSpPr>
          <p:cNvPr id="203" name="Google Shape;203;p3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sz="1400">
                <a:solidFill>
                  <a:schemeClr val="dk1"/>
                </a:solidFill>
              </a:rPr>
              <a:t>Transformations are useful for:</a:t>
            </a:r>
            <a:endParaRPr sz="1400">
              <a:solidFill>
                <a:schemeClr val="dk1"/>
              </a:solidFill>
            </a:endParaRPr>
          </a:p>
          <a:p>
            <a:pPr indent="-317500" lvl="0" marL="457200" rtl="0" algn="l">
              <a:spcBef>
                <a:spcPts val="500"/>
              </a:spcBef>
              <a:spcAft>
                <a:spcPts val="0"/>
              </a:spcAft>
              <a:buSzPts val="1400"/>
              <a:buChar char="●"/>
            </a:pPr>
            <a:r>
              <a:rPr lang="en" sz="1400">
                <a:solidFill>
                  <a:schemeClr val="dk1"/>
                </a:solidFill>
              </a:rPr>
              <a:t>Composing a more complex object using many instances of a single form.</a:t>
            </a:r>
            <a:endParaRPr sz="1400">
              <a:solidFill>
                <a:schemeClr val="dk1"/>
              </a:solidFill>
            </a:endParaRPr>
          </a:p>
          <a:p>
            <a:pPr indent="-317500" lvl="0" marL="457200" rtl="0" algn="l">
              <a:spcBef>
                <a:spcPts val="0"/>
              </a:spcBef>
              <a:spcAft>
                <a:spcPts val="0"/>
              </a:spcAft>
              <a:buSzPts val="1400"/>
              <a:buChar char="●"/>
            </a:pPr>
            <a:r>
              <a:rPr lang="en" sz="1400">
                <a:solidFill>
                  <a:schemeClr val="dk1"/>
                </a:solidFill>
              </a:rPr>
              <a:t>Creating a complex object from a single "motif".</a:t>
            </a:r>
            <a:endParaRPr sz="1400">
              <a:solidFill>
                <a:schemeClr val="dk1"/>
              </a:solidFill>
            </a:endParaRPr>
          </a:p>
          <a:p>
            <a:pPr indent="-317500" lvl="0" marL="457200" rtl="0" algn="l">
              <a:spcBef>
                <a:spcPts val="0"/>
              </a:spcBef>
              <a:spcAft>
                <a:spcPts val="0"/>
              </a:spcAft>
              <a:buSzPts val="1400"/>
              <a:buChar char="●"/>
            </a:pPr>
            <a:r>
              <a:rPr lang="en" sz="1400">
                <a:solidFill>
                  <a:schemeClr val="dk1"/>
                </a:solidFill>
              </a:rPr>
              <a:t>Moving an object to get a different view of it.</a:t>
            </a:r>
            <a:endParaRPr sz="1400">
              <a:solidFill>
                <a:schemeClr val="dk1"/>
              </a:solidFill>
            </a:endParaRPr>
          </a:p>
          <a:p>
            <a:pPr indent="-317500" lvl="0" marL="457200" rtl="0" algn="l">
              <a:spcBef>
                <a:spcPts val="0"/>
              </a:spcBef>
              <a:spcAft>
                <a:spcPts val="0"/>
              </a:spcAft>
              <a:buSzPts val="1400"/>
              <a:buChar char="●"/>
            </a:pPr>
            <a:r>
              <a:rPr lang="en" sz="1400">
                <a:solidFill>
                  <a:schemeClr val="dk1"/>
                </a:solidFill>
              </a:rPr>
              <a:t>Moving an object to animate it.</a:t>
            </a:r>
            <a:endParaRPr sz="1400">
              <a:solidFill>
                <a:schemeClr val="dk1"/>
              </a:solidFill>
            </a:endParaRPr>
          </a:p>
          <a:p>
            <a:pPr indent="0" lvl="0" marL="0" rtl="0" algn="l">
              <a:spcBef>
                <a:spcPts val="0"/>
              </a:spcBef>
              <a:spcAft>
                <a:spcPts val="1600"/>
              </a:spcAft>
              <a:buNone/>
            </a:pPr>
            <a:r>
              <a:t/>
            </a:r>
            <a:endParaRPr sz="1400"/>
          </a:p>
        </p:txBody>
      </p:sp>
      <p:sp>
        <p:nvSpPr>
          <p:cNvPr id="204" name="Google Shape;204;p3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05" name="Google Shape;205;p30"/>
          <p:cNvPicPr preferRelativeResize="0"/>
          <p:nvPr/>
        </p:nvPicPr>
        <p:blipFill>
          <a:blip r:embed="rId3">
            <a:alphaModFix/>
          </a:blip>
          <a:stretch>
            <a:fillRect/>
          </a:stretch>
        </p:blipFill>
        <p:spPr>
          <a:xfrm>
            <a:off x="1614488" y="2828925"/>
            <a:ext cx="5915025" cy="14668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90000"/>
              </a:lnSpc>
              <a:spcBef>
                <a:spcPts val="600"/>
              </a:spcBef>
              <a:spcAft>
                <a:spcPts val="0"/>
              </a:spcAft>
              <a:buClr>
                <a:schemeClr val="dk1"/>
              </a:buClr>
              <a:buSzPts val="1100"/>
              <a:buFont typeface="Arial"/>
              <a:buNone/>
            </a:pPr>
            <a:r>
              <a:rPr lang="en" sz="1400">
                <a:solidFill>
                  <a:schemeClr val="dk1"/>
                </a:solidFill>
              </a:rPr>
              <a:t>in 3D, let P = (P</a:t>
            </a:r>
            <a:r>
              <a:rPr baseline="-25000" lang="en" sz="1400">
                <a:solidFill>
                  <a:schemeClr val="dk1"/>
                </a:solidFill>
              </a:rPr>
              <a:t>x</a:t>
            </a:r>
            <a:r>
              <a:rPr lang="en" sz="1400">
                <a:solidFill>
                  <a:schemeClr val="dk1"/>
                </a:solidFill>
              </a:rPr>
              <a:t>, P</a:t>
            </a:r>
            <a:r>
              <a:rPr baseline="-25000" lang="en" sz="1400">
                <a:solidFill>
                  <a:schemeClr val="dk1"/>
                </a:solidFill>
              </a:rPr>
              <a:t>y</a:t>
            </a:r>
            <a:r>
              <a:rPr lang="en" sz="1400">
                <a:solidFill>
                  <a:schemeClr val="dk1"/>
                </a:solidFill>
              </a:rPr>
              <a:t>, P</a:t>
            </a:r>
            <a:r>
              <a:rPr baseline="-25000" lang="en" sz="1400">
                <a:solidFill>
                  <a:schemeClr val="dk1"/>
                </a:solidFill>
              </a:rPr>
              <a:t>z</a:t>
            </a:r>
            <a:r>
              <a:rPr lang="en" sz="1400">
                <a:solidFill>
                  <a:schemeClr val="dk1"/>
                </a:solidFill>
              </a:rPr>
              <a:t>, 1)</a:t>
            </a:r>
            <a:endParaRPr sz="1400">
              <a:solidFill>
                <a:schemeClr val="dk1"/>
              </a:solidFill>
            </a:endParaRPr>
          </a:p>
          <a:p>
            <a:pPr indent="0" lvl="0" marL="0" rtl="0" algn="l">
              <a:lnSpc>
                <a:spcPct val="90000"/>
              </a:lnSpc>
              <a:spcBef>
                <a:spcPts val="600"/>
              </a:spcBef>
              <a:spcAft>
                <a:spcPts val="0"/>
              </a:spcAft>
              <a:buNone/>
            </a:pPr>
            <a:r>
              <a:rPr lang="en" sz="1400">
                <a:solidFill>
                  <a:schemeClr val="dk1"/>
                </a:solidFill>
              </a:rPr>
              <a:t>P can be </a:t>
            </a:r>
            <a:r>
              <a:rPr i="1" lang="en" sz="1400">
                <a:solidFill>
                  <a:schemeClr val="dk1"/>
                </a:solidFill>
              </a:rPr>
              <a:t>transformed</a:t>
            </a:r>
            <a:r>
              <a:rPr lang="en" sz="1400">
                <a:solidFill>
                  <a:schemeClr val="dk1"/>
                </a:solidFill>
              </a:rPr>
              <a:t> into Q = (Q</a:t>
            </a:r>
            <a:r>
              <a:rPr baseline="-25000" lang="en" sz="1400">
                <a:solidFill>
                  <a:schemeClr val="dk1"/>
                </a:solidFill>
              </a:rPr>
              <a:t>x</a:t>
            </a:r>
            <a:r>
              <a:rPr lang="en" sz="1400">
                <a:solidFill>
                  <a:schemeClr val="dk1"/>
                </a:solidFill>
              </a:rPr>
              <a:t>, Q</a:t>
            </a:r>
            <a:r>
              <a:rPr baseline="-25000" lang="en" sz="1400">
                <a:solidFill>
                  <a:schemeClr val="dk1"/>
                </a:solidFill>
              </a:rPr>
              <a:t>y</a:t>
            </a:r>
            <a:r>
              <a:rPr lang="en" sz="1400">
                <a:solidFill>
                  <a:schemeClr val="dk1"/>
                </a:solidFill>
              </a:rPr>
              <a:t>, Q</a:t>
            </a:r>
            <a:r>
              <a:rPr baseline="-25000" lang="en" sz="1400">
                <a:solidFill>
                  <a:schemeClr val="dk1"/>
                </a:solidFill>
              </a:rPr>
              <a:t>z</a:t>
            </a:r>
            <a:r>
              <a:rPr lang="en" sz="1400">
                <a:solidFill>
                  <a:schemeClr val="dk1"/>
                </a:solidFill>
              </a:rPr>
              <a:t>, 1) by applying a </a:t>
            </a:r>
            <a:r>
              <a:rPr i="1" lang="en" sz="1400">
                <a:solidFill>
                  <a:schemeClr val="dk1"/>
                </a:solidFill>
              </a:rPr>
              <a:t>transformation</a:t>
            </a:r>
            <a:r>
              <a:rPr lang="en" sz="1400">
                <a:solidFill>
                  <a:schemeClr val="dk1"/>
                </a:solidFill>
              </a:rPr>
              <a:t> T </a:t>
            </a:r>
            <a:endParaRPr sz="1400">
              <a:solidFill>
                <a:schemeClr val="dk1"/>
              </a:solidFill>
            </a:endParaRPr>
          </a:p>
          <a:p>
            <a:pPr indent="0" lvl="0" marL="0" rtl="0" algn="ctr">
              <a:lnSpc>
                <a:spcPct val="90000"/>
              </a:lnSpc>
              <a:spcBef>
                <a:spcPts val="600"/>
              </a:spcBef>
              <a:spcAft>
                <a:spcPts val="0"/>
              </a:spcAft>
              <a:buNone/>
            </a:pPr>
            <a:r>
              <a:rPr lang="en" sz="1400">
                <a:solidFill>
                  <a:schemeClr val="dk1"/>
                </a:solidFill>
              </a:rPr>
              <a:t>Q = T(P)  </a:t>
            </a:r>
            <a:endParaRPr sz="1400">
              <a:solidFill>
                <a:schemeClr val="dk1"/>
              </a:solidFill>
            </a:endParaRPr>
          </a:p>
          <a:p>
            <a:pPr indent="0" lvl="0" marL="0" rtl="0" algn="ctr">
              <a:lnSpc>
                <a:spcPct val="90000"/>
              </a:lnSpc>
              <a:spcBef>
                <a:spcPts val="600"/>
              </a:spcBef>
              <a:spcAft>
                <a:spcPts val="0"/>
              </a:spcAft>
              <a:buClr>
                <a:schemeClr val="dk1"/>
              </a:buClr>
              <a:buSzPts val="1100"/>
              <a:buFont typeface="Arial"/>
              <a:buNone/>
            </a:pPr>
            <a:r>
              <a:t/>
            </a:r>
            <a:endParaRPr sz="1400">
              <a:solidFill>
                <a:schemeClr val="dk1"/>
              </a:solidFill>
            </a:endParaRPr>
          </a:p>
          <a:p>
            <a:pPr indent="0" lvl="0" marL="0" rtl="0" algn="l">
              <a:lnSpc>
                <a:spcPct val="90000"/>
              </a:lnSpc>
              <a:spcBef>
                <a:spcPts val="600"/>
              </a:spcBef>
              <a:spcAft>
                <a:spcPts val="0"/>
              </a:spcAft>
              <a:buClr>
                <a:schemeClr val="dk1"/>
              </a:buClr>
              <a:buSzPts val="1100"/>
              <a:buFont typeface="Arial"/>
              <a:buNone/>
            </a:pPr>
            <a:r>
              <a:rPr lang="en" sz="1400">
                <a:solidFill>
                  <a:schemeClr val="dk1"/>
                </a:solidFill>
              </a:rPr>
              <a:t>There are an infinite number of possible transformations</a:t>
            </a:r>
            <a:endParaRPr sz="1400">
              <a:solidFill>
                <a:schemeClr val="dk1"/>
              </a:solidFill>
            </a:endParaRPr>
          </a:p>
          <a:p>
            <a:pPr indent="-317500" lvl="0" marL="457200" rtl="0" algn="l">
              <a:lnSpc>
                <a:spcPct val="90000"/>
              </a:lnSpc>
              <a:spcBef>
                <a:spcPts val="500"/>
              </a:spcBef>
              <a:spcAft>
                <a:spcPts val="0"/>
              </a:spcAft>
              <a:buSzPts val="1400"/>
              <a:buChar char="●"/>
            </a:pPr>
            <a:r>
              <a:rPr lang="en" sz="1400">
                <a:solidFill>
                  <a:schemeClr val="dk1"/>
                </a:solidFill>
              </a:rPr>
              <a:t>Some transformations are rather simple</a:t>
            </a:r>
            <a:endParaRPr sz="1400">
              <a:solidFill>
                <a:schemeClr val="dk1"/>
              </a:solidFill>
            </a:endParaRPr>
          </a:p>
          <a:p>
            <a:pPr indent="-317500" lvl="0" marL="457200" rtl="0" algn="l">
              <a:lnSpc>
                <a:spcPct val="90000"/>
              </a:lnSpc>
              <a:spcBef>
                <a:spcPts val="0"/>
              </a:spcBef>
              <a:spcAft>
                <a:spcPts val="0"/>
              </a:spcAft>
              <a:buSzPts val="1400"/>
              <a:buChar char="●"/>
            </a:pPr>
            <a:r>
              <a:rPr lang="en" sz="1400">
                <a:solidFill>
                  <a:schemeClr val="dk1"/>
                </a:solidFill>
              </a:rPr>
              <a:t>Some transformations are rather complex</a:t>
            </a:r>
            <a:endParaRPr sz="1400">
              <a:solidFill>
                <a:schemeClr val="dk1"/>
              </a:solidFill>
            </a:endParaRPr>
          </a:p>
          <a:p>
            <a:pPr indent="-317500" lvl="0" marL="457200" rtl="0" algn="l">
              <a:lnSpc>
                <a:spcPct val="90000"/>
              </a:lnSpc>
              <a:spcBef>
                <a:spcPts val="0"/>
              </a:spcBef>
              <a:spcAft>
                <a:spcPts val="0"/>
              </a:spcAft>
              <a:buSzPts val="1400"/>
              <a:buChar char="●"/>
            </a:pPr>
            <a:r>
              <a:rPr lang="en" sz="1400">
                <a:solidFill>
                  <a:schemeClr val="dk1"/>
                </a:solidFill>
              </a:rPr>
              <a:t>Some transformations distort the shape of an object</a:t>
            </a:r>
            <a:endParaRPr sz="1400">
              <a:solidFill>
                <a:schemeClr val="dk1"/>
              </a:solidFill>
            </a:endParaRPr>
          </a:p>
          <a:p>
            <a:pPr indent="-317500" lvl="0" marL="457200" rtl="0" algn="l">
              <a:lnSpc>
                <a:spcPct val="90000"/>
              </a:lnSpc>
              <a:spcBef>
                <a:spcPts val="0"/>
              </a:spcBef>
              <a:spcAft>
                <a:spcPts val="0"/>
              </a:spcAft>
              <a:buSzPts val="1400"/>
              <a:buChar char="●"/>
            </a:pPr>
            <a:r>
              <a:rPr lang="en" sz="1400">
                <a:solidFill>
                  <a:schemeClr val="dk1"/>
                </a:solidFill>
              </a:rPr>
              <a:t>Some transformations maintain the relative shape of an object </a:t>
            </a:r>
            <a:endParaRPr sz="1400">
              <a:solidFill>
                <a:schemeClr val="dk1"/>
              </a:solidFill>
            </a:endParaRPr>
          </a:p>
          <a:p>
            <a:pPr indent="0" lvl="0" marL="0" rtl="0" algn="l">
              <a:spcBef>
                <a:spcPts val="0"/>
              </a:spcBef>
              <a:spcAft>
                <a:spcPts val="1600"/>
              </a:spcAft>
              <a:buNone/>
            </a:pPr>
            <a:r>
              <a:t/>
            </a:r>
            <a:endParaRPr sz="1400"/>
          </a:p>
        </p:txBody>
      </p:sp>
      <p:sp>
        <p:nvSpPr>
          <p:cNvPr id="211" name="Google Shape;211;p3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Mathematics Notation</a:t>
            </a:r>
            <a:endParaRPr/>
          </a:p>
        </p:txBody>
      </p:sp>
      <p:sp>
        <p:nvSpPr>
          <p:cNvPr id="212" name="Google Shape;212;p3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13" name="Google Shape;213;p31"/>
          <p:cNvPicPr preferRelativeResize="0"/>
          <p:nvPr/>
        </p:nvPicPr>
        <p:blipFill>
          <a:blip r:embed="rId3">
            <a:alphaModFix/>
          </a:blip>
          <a:stretch>
            <a:fillRect/>
          </a:stretch>
        </p:blipFill>
        <p:spPr>
          <a:xfrm>
            <a:off x="6817999" y="659500"/>
            <a:ext cx="1205696" cy="1243550"/>
          </a:xfrm>
          <a:prstGeom prst="rect">
            <a:avLst/>
          </a:prstGeom>
          <a:noFill/>
          <a:ln>
            <a:noFill/>
          </a:ln>
        </p:spPr>
      </p:pic>
      <p:pic>
        <p:nvPicPr>
          <p:cNvPr id="214" name="Google Shape;214;p31"/>
          <p:cNvPicPr preferRelativeResize="0"/>
          <p:nvPr/>
        </p:nvPicPr>
        <p:blipFill rotWithShape="1">
          <a:blip r:embed="rId4">
            <a:alphaModFix/>
          </a:blip>
          <a:srcRect b="0" l="0" r="0" t="4489"/>
          <a:stretch/>
        </p:blipFill>
        <p:spPr>
          <a:xfrm>
            <a:off x="5746400" y="2167825"/>
            <a:ext cx="1907424" cy="109747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Affine Transformations</a:t>
            </a:r>
            <a:endParaRPr/>
          </a:p>
        </p:txBody>
      </p:sp>
      <p:sp>
        <p:nvSpPr>
          <p:cNvPr id="220" name="Google Shape;220;p3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400">
                <a:solidFill>
                  <a:schemeClr val="dk1"/>
                </a:solidFill>
              </a:rPr>
              <a:t>There is a special class of transformations that maintain the relative shape of objects </a:t>
            </a:r>
            <a:endParaRPr sz="1400">
              <a:solidFill>
                <a:schemeClr val="dk1"/>
              </a:solidFill>
            </a:endParaRPr>
          </a:p>
          <a:p>
            <a:pPr indent="0" lvl="0" marL="0" rtl="0" algn="l">
              <a:spcBef>
                <a:spcPts val="600"/>
              </a:spcBef>
              <a:spcAft>
                <a:spcPts val="0"/>
              </a:spcAft>
              <a:buClr>
                <a:schemeClr val="dk1"/>
              </a:buClr>
              <a:buSzPts val="1100"/>
              <a:buFont typeface="Arial"/>
              <a:buNone/>
            </a:pPr>
            <a:r>
              <a:rPr lang="en" sz="1400">
                <a:solidFill>
                  <a:schemeClr val="dk1"/>
                </a:solidFill>
              </a:rPr>
              <a:t>(the </a:t>
            </a:r>
            <a:r>
              <a:rPr i="1" lang="en" sz="1400">
                <a:solidFill>
                  <a:schemeClr val="dk1"/>
                </a:solidFill>
              </a:rPr>
              <a:t>affine transforms</a:t>
            </a:r>
            <a:r>
              <a:rPr lang="en" sz="1400">
                <a:solidFill>
                  <a:schemeClr val="dk1"/>
                </a:solidFill>
              </a:rPr>
              <a:t>).</a:t>
            </a:r>
            <a:endParaRPr sz="1400">
              <a:solidFill>
                <a:schemeClr val="dk1"/>
              </a:solidFill>
            </a:endParaRPr>
          </a:p>
          <a:p>
            <a:pPr indent="0" lvl="0" marL="0" rtl="0" algn="l">
              <a:spcBef>
                <a:spcPts val="600"/>
              </a:spcBef>
              <a:spcAft>
                <a:spcPts val="0"/>
              </a:spcAft>
              <a:buNone/>
            </a:pPr>
            <a:r>
              <a:t/>
            </a:r>
            <a:endParaRPr sz="1400"/>
          </a:p>
          <a:p>
            <a:pPr indent="0" lvl="0" marL="0" rtl="0" algn="l">
              <a:spcBef>
                <a:spcPts val="600"/>
              </a:spcBef>
              <a:spcAft>
                <a:spcPts val="0"/>
              </a:spcAft>
              <a:buNone/>
            </a:pPr>
            <a:r>
              <a:rPr lang="en" sz="1400">
                <a:solidFill>
                  <a:schemeClr val="dk1"/>
                </a:solidFill>
              </a:rPr>
              <a:t>All affine transformations are </a:t>
            </a:r>
            <a:r>
              <a:rPr i="1" lang="en" sz="1400">
                <a:solidFill>
                  <a:schemeClr val="dk1"/>
                </a:solidFill>
              </a:rPr>
              <a:t>linear</a:t>
            </a:r>
            <a:r>
              <a:rPr lang="en" sz="1400">
                <a:solidFill>
                  <a:schemeClr val="dk1"/>
                </a:solidFill>
              </a:rPr>
              <a:t>. Therefore, they can be written as:</a:t>
            </a:r>
            <a:endParaRPr sz="1400">
              <a:solidFill>
                <a:schemeClr val="dk1"/>
              </a:solidFill>
            </a:endParaRPr>
          </a:p>
          <a:p>
            <a:pPr indent="0" lvl="0" marL="0" rtl="0" algn="l">
              <a:spcBef>
                <a:spcPts val="600"/>
              </a:spcBef>
              <a:spcAft>
                <a:spcPts val="0"/>
              </a:spcAft>
              <a:buClr>
                <a:schemeClr val="dk1"/>
              </a:buClr>
              <a:buSzPts val="1100"/>
              <a:buFont typeface="Arial"/>
              <a:buNone/>
            </a:pPr>
            <a:r>
              <a:t/>
            </a:r>
            <a:endParaRPr sz="1400">
              <a:solidFill>
                <a:schemeClr val="dk1"/>
              </a:solidFill>
            </a:endParaRPr>
          </a:p>
          <a:p>
            <a:pPr indent="330200" lvl="0" marL="0" rtl="0" algn="l">
              <a:spcBef>
                <a:spcPts val="600"/>
              </a:spcBef>
              <a:spcAft>
                <a:spcPts val="0"/>
              </a:spcAft>
              <a:buClr>
                <a:schemeClr val="dk1"/>
              </a:buClr>
              <a:buSzPts val="1100"/>
              <a:buFont typeface="Arial"/>
              <a:buNone/>
            </a:pPr>
            <a:r>
              <a:rPr lang="en" sz="1400">
                <a:solidFill>
                  <a:schemeClr val="dk1"/>
                </a:solidFill>
              </a:rPr>
              <a:t>     Q</a:t>
            </a:r>
            <a:r>
              <a:rPr baseline="-25000" lang="en" sz="1400">
                <a:solidFill>
                  <a:schemeClr val="dk1"/>
                </a:solidFill>
              </a:rPr>
              <a:t>x</a:t>
            </a:r>
            <a:r>
              <a:rPr lang="en" sz="1400">
                <a:solidFill>
                  <a:schemeClr val="dk1"/>
                </a:solidFill>
              </a:rPr>
              <a:t> = m</a:t>
            </a:r>
            <a:r>
              <a:rPr baseline="-25000" lang="en" sz="1400">
                <a:solidFill>
                  <a:schemeClr val="dk1"/>
                </a:solidFill>
              </a:rPr>
              <a:t>11</a:t>
            </a:r>
            <a:r>
              <a:rPr lang="en" sz="1400">
                <a:solidFill>
                  <a:schemeClr val="dk1"/>
                </a:solidFill>
              </a:rPr>
              <a:t>P</a:t>
            </a:r>
            <a:r>
              <a:rPr baseline="-25000" lang="en" sz="1400">
                <a:solidFill>
                  <a:schemeClr val="dk1"/>
                </a:solidFill>
              </a:rPr>
              <a:t>x</a:t>
            </a:r>
            <a:r>
              <a:rPr lang="en" sz="1400">
                <a:solidFill>
                  <a:schemeClr val="dk1"/>
                </a:solidFill>
              </a:rPr>
              <a:t> + m</a:t>
            </a:r>
            <a:r>
              <a:rPr baseline="-25000" lang="en" sz="1400">
                <a:solidFill>
                  <a:schemeClr val="dk1"/>
                </a:solidFill>
              </a:rPr>
              <a:t>12</a:t>
            </a:r>
            <a:r>
              <a:rPr lang="en" sz="1400">
                <a:solidFill>
                  <a:schemeClr val="dk1"/>
                </a:solidFill>
              </a:rPr>
              <a:t>P</a:t>
            </a:r>
            <a:r>
              <a:rPr baseline="-25000" lang="en" sz="1400">
                <a:solidFill>
                  <a:schemeClr val="dk1"/>
                </a:solidFill>
              </a:rPr>
              <a:t>y </a:t>
            </a:r>
            <a:r>
              <a:rPr lang="en" sz="1400">
                <a:solidFill>
                  <a:schemeClr val="dk1"/>
                </a:solidFill>
              </a:rPr>
              <a:t>+ m</a:t>
            </a:r>
            <a:r>
              <a:rPr baseline="-25000" lang="en" sz="1400">
                <a:solidFill>
                  <a:schemeClr val="dk1"/>
                </a:solidFill>
              </a:rPr>
              <a:t>13</a:t>
            </a:r>
            <a:r>
              <a:rPr lang="en" sz="1400">
                <a:solidFill>
                  <a:schemeClr val="dk1"/>
                </a:solidFill>
              </a:rPr>
              <a:t>P</a:t>
            </a:r>
            <a:r>
              <a:rPr baseline="-25000" lang="en" sz="1400">
                <a:solidFill>
                  <a:schemeClr val="dk1"/>
                </a:solidFill>
              </a:rPr>
              <a:t>z</a:t>
            </a:r>
            <a:r>
              <a:rPr lang="en" sz="1400">
                <a:solidFill>
                  <a:schemeClr val="dk1"/>
                </a:solidFill>
              </a:rPr>
              <a:t> + m</a:t>
            </a:r>
            <a:r>
              <a:rPr baseline="-25000" lang="en" sz="1400">
                <a:solidFill>
                  <a:schemeClr val="dk1"/>
                </a:solidFill>
              </a:rPr>
              <a:t>14</a:t>
            </a:r>
            <a:endParaRPr baseline="-25000" sz="1400">
              <a:solidFill>
                <a:schemeClr val="dk1"/>
              </a:solidFill>
            </a:endParaRPr>
          </a:p>
          <a:p>
            <a:pPr indent="330200" lvl="0" marL="0" rtl="0" algn="l">
              <a:spcBef>
                <a:spcPts val="400"/>
              </a:spcBef>
              <a:spcAft>
                <a:spcPts val="0"/>
              </a:spcAft>
              <a:buClr>
                <a:schemeClr val="dk1"/>
              </a:buClr>
              <a:buSzPts val="1100"/>
              <a:buFont typeface="Arial"/>
              <a:buNone/>
            </a:pPr>
            <a:r>
              <a:rPr lang="en" sz="1400">
                <a:solidFill>
                  <a:schemeClr val="dk1"/>
                </a:solidFill>
              </a:rPr>
              <a:t>     Q</a:t>
            </a:r>
            <a:r>
              <a:rPr baseline="-25000" lang="en" sz="1400">
                <a:solidFill>
                  <a:schemeClr val="dk1"/>
                </a:solidFill>
              </a:rPr>
              <a:t>y</a:t>
            </a:r>
            <a:r>
              <a:rPr lang="en" sz="1400">
                <a:solidFill>
                  <a:schemeClr val="dk1"/>
                </a:solidFill>
              </a:rPr>
              <a:t> = m</a:t>
            </a:r>
            <a:r>
              <a:rPr baseline="-25000" lang="en" sz="1400">
                <a:solidFill>
                  <a:schemeClr val="dk1"/>
                </a:solidFill>
              </a:rPr>
              <a:t>21</a:t>
            </a:r>
            <a:r>
              <a:rPr lang="en" sz="1400">
                <a:solidFill>
                  <a:schemeClr val="dk1"/>
                </a:solidFill>
              </a:rPr>
              <a:t>P</a:t>
            </a:r>
            <a:r>
              <a:rPr baseline="-25000" lang="en" sz="1400">
                <a:solidFill>
                  <a:schemeClr val="dk1"/>
                </a:solidFill>
              </a:rPr>
              <a:t>x</a:t>
            </a:r>
            <a:r>
              <a:rPr lang="en" sz="1400">
                <a:solidFill>
                  <a:schemeClr val="dk1"/>
                </a:solidFill>
              </a:rPr>
              <a:t> + m</a:t>
            </a:r>
            <a:r>
              <a:rPr baseline="-25000" lang="en" sz="1400">
                <a:solidFill>
                  <a:schemeClr val="dk1"/>
                </a:solidFill>
              </a:rPr>
              <a:t>22</a:t>
            </a:r>
            <a:r>
              <a:rPr lang="en" sz="1400">
                <a:solidFill>
                  <a:schemeClr val="dk1"/>
                </a:solidFill>
              </a:rPr>
              <a:t>P</a:t>
            </a:r>
            <a:r>
              <a:rPr baseline="-25000" lang="en" sz="1400">
                <a:solidFill>
                  <a:schemeClr val="dk1"/>
                </a:solidFill>
              </a:rPr>
              <a:t>y</a:t>
            </a:r>
            <a:r>
              <a:rPr lang="en" sz="1400">
                <a:solidFill>
                  <a:schemeClr val="dk1"/>
                </a:solidFill>
              </a:rPr>
              <a:t> + m</a:t>
            </a:r>
            <a:r>
              <a:rPr baseline="-25000" lang="en" sz="1400">
                <a:solidFill>
                  <a:schemeClr val="dk1"/>
                </a:solidFill>
              </a:rPr>
              <a:t>23</a:t>
            </a:r>
            <a:r>
              <a:rPr lang="en" sz="1400">
                <a:solidFill>
                  <a:schemeClr val="dk1"/>
                </a:solidFill>
              </a:rPr>
              <a:t>P</a:t>
            </a:r>
            <a:r>
              <a:rPr baseline="-25000" lang="en" sz="1400">
                <a:solidFill>
                  <a:schemeClr val="dk1"/>
                </a:solidFill>
              </a:rPr>
              <a:t>z</a:t>
            </a:r>
            <a:r>
              <a:rPr lang="en" sz="1400">
                <a:solidFill>
                  <a:schemeClr val="dk1"/>
                </a:solidFill>
              </a:rPr>
              <a:t> + m</a:t>
            </a:r>
            <a:r>
              <a:rPr baseline="-25000" lang="en" sz="1400">
                <a:solidFill>
                  <a:schemeClr val="dk1"/>
                </a:solidFill>
              </a:rPr>
              <a:t>24</a:t>
            </a:r>
            <a:endParaRPr baseline="-25000" sz="1400">
              <a:solidFill>
                <a:schemeClr val="dk1"/>
              </a:solidFill>
            </a:endParaRPr>
          </a:p>
          <a:p>
            <a:pPr indent="330200" lvl="0" marL="0" rtl="0" algn="l">
              <a:spcBef>
                <a:spcPts val="400"/>
              </a:spcBef>
              <a:spcAft>
                <a:spcPts val="0"/>
              </a:spcAft>
              <a:buClr>
                <a:schemeClr val="dk1"/>
              </a:buClr>
              <a:buSzPts val="1100"/>
              <a:buFont typeface="Arial"/>
              <a:buNone/>
            </a:pPr>
            <a:r>
              <a:rPr lang="en" sz="1400">
                <a:solidFill>
                  <a:schemeClr val="dk1"/>
                </a:solidFill>
              </a:rPr>
              <a:t>     Q</a:t>
            </a:r>
            <a:r>
              <a:rPr baseline="-25000" lang="en" sz="1400">
                <a:solidFill>
                  <a:schemeClr val="dk1"/>
                </a:solidFill>
              </a:rPr>
              <a:t>z</a:t>
            </a:r>
            <a:r>
              <a:rPr lang="en" sz="1400">
                <a:solidFill>
                  <a:schemeClr val="dk1"/>
                </a:solidFill>
              </a:rPr>
              <a:t> = m</a:t>
            </a:r>
            <a:r>
              <a:rPr baseline="-25000" lang="en" sz="1400">
                <a:solidFill>
                  <a:schemeClr val="dk1"/>
                </a:solidFill>
              </a:rPr>
              <a:t>31</a:t>
            </a:r>
            <a:r>
              <a:rPr lang="en" sz="1400">
                <a:solidFill>
                  <a:schemeClr val="dk1"/>
                </a:solidFill>
              </a:rPr>
              <a:t>P</a:t>
            </a:r>
            <a:r>
              <a:rPr baseline="-25000" lang="en" sz="1400">
                <a:solidFill>
                  <a:schemeClr val="dk1"/>
                </a:solidFill>
              </a:rPr>
              <a:t>x</a:t>
            </a:r>
            <a:r>
              <a:rPr lang="en" sz="1400">
                <a:solidFill>
                  <a:schemeClr val="dk1"/>
                </a:solidFill>
              </a:rPr>
              <a:t> + m</a:t>
            </a:r>
            <a:r>
              <a:rPr baseline="-25000" lang="en" sz="1400">
                <a:solidFill>
                  <a:schemeClr val="dk1"/>
                </a:solidFill>
              </a:rPr>
              <a:t>32</a:t>
            </a:r>
            <a:r>
              <a:rPr lang="en" sz="1400">
                <a:solidFill>
                  <a:schemeClr val="dk1"/>
                </a:solidFill>
              </a:rPr>
              <a:t>P</a:t>
            </a:r>
            <a:r>
              <a:rPr baseline="-25000" lang="en" sz="1400">
                <a:solidFill>
                  <a:schemeClr val="dk1"/>
                </a:solidFill>
              </a:rPr>
              <a:t>y</a:t>
            </a:r>
            <a:r>
              <a:rPr lang="en" sz="1400">
                <a:solidFill>
                  <a:schemeClr val="dk1"/>
                </a:solidFill>
              </a:rPr>
              <a:t> + m</a:t>
            </a:r>
            <a:r>
              <a:rPr baseline="-25000" lang="en" sz="1400">
                <a:solidFill>
                  <a:schemeClr val="dk1"/>
                </a:solidFill>
              </a:rPr>
              <a:t>33</a:t>
            </a:r>
            <a:r>
              <a:rPr lang="en" sz="1400">
                <a:solidFill>
                  <a:schemeClr val="dk1"/>
                </a:solidFill>
              </a:rPr>
              <a:t>P</a:t>
            </a:r>
            <a:r>
              <a:rPr baseline="-25000" lang="en" sz="1400">
                <a:solidFill>
                  <a:schemeClr val="dk1"/>
                </a:solidFill>
              </a:rPr>
              <a:t>z</a:t>
            </a:r>
            <a:r>
              <a:rPr lang="en" sz="1400">
                <a:solidFill>
                  <a:schemeClr val="dk1"/>
                </a:solidFill>
              </a:rPr>
              <a:t> + m</a:t>
            </a:r>
            <a:r>
              <a:rPr baseline="-25000" lang="en" sz="1400">
                <a:solidFill>
                  <a:schemeClr val="dk1"/>
                </a:solidFill>
              </a:rPr>
              <a:t>34</a:t>
            </a:r>
            <a:endParaRPr baseline="-25000" sz="1400">
              <a:solidFill>
                <a:schemeClr val="dk1"/>
              </a:solidFill>
            </a:endParaRPr>
          </a:p>
          <a:p>
            <a:pPr indent="330200" lvl="0" marL="0" rtl="0" algn="l">
              <a:spcBef>
                <a:spcPts val="400"/>
              </a:spcBef>
              <a:spcAft>
                <a:spcPts val="0"/>
              </a:spcAft>
              <a:buClr>
                <a:schemeClr val="dk1"/>
              </a:buClr>
              <a:buSzPts val="1100"/>
              <a:buFont typeface="Arial"/>
              <a:buNone/>
            </a:pPr>
            <a:r>
              <a:rPr lang="en" sz="1400">
                <a:solidFill>
                  <a:schemeClr val="dk1"/>
                </a:solidFill>
              </a:rPr>
              <a:t>     1 = 1</a:t>
            </a:r>
            <a:endParaRPr sz="1400">
              <a:solidFill>
                <a:schemeClr val="dk1"/>
              </a:solidFill>
            </a:endParaRPr>
          </a:p>
          <a:p>
            <a:pPr indent="0" lvl="0" marL="0" rtl="0" algn="l">
              <a:spcBef>
                <a:spcPts val="0"/>
              </a:spcBef>
              <a:spcAft>
                <a:spcPts val="1600"/>
              </a:spcAft>
              <a:buNone/>
            </a:pPr>
            <a:r>
              <a:t/>
            </a:r>
            <a:endParaRPr sz="1400"/>
          </a:p>
        </p:txBody>
      </p:sp>
      <p:sp>
        <p:nvSpPr>
          <p:cNvPr id="221" name="Google Shape;221;p3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descr="그림1.png" id="222" name="Google Shape;222;p32"/>
          <p:cNvPicPr preferRelativeResize="0"/>
          <p:nvPr/>
        </p:nvPicPr>
        <p:blipFill>
          <a:blip r:embed="rId3">
            <a:alphaModFix/>
          </a:blip>
          <a:stretch>
            <a:fillRect/>
          </a:stretch>
        </p:blipFill>
        <p:spPr>
          <a:xfrm>
            <a:off x="5137375" y="2893350"/>
            <a:ext cx="2769125" cy="11662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200"/>
              <a:t>Standard affine transformations</a:t>
            </a:r>
            <a:endParaRPr/>
          </a:p>
        </p:txBody>
      </p:sp>
      <p:sp>
        <p:nvSpPr>
          <p:cNvPr id="228" name="Google Shape;228;p3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17500" lvl="0" marL="457200" rtl="0" algn="l">
              <a:spcBef>
                <a:spcPts val="600"/>
              </a:spcBef>
              <a:spcAft>
                <a:spcPts val="0"/>
              </a:spcAft>
              <a:buSzPts val="1400"/>
              <a:buChar char="●"/>
            </a:pPr>
            <a:r>
              <a:rPr lang="en" sz="1400">
                <a:solidFill>
                  <a:schemeClr val="dk1"/>
                </a:solidFill>
              </a:rPr>
              <a:t>Translation</a:t>
            </a:r>
            <a:endParaRPr sz="1400">
              <a:solidFill>
                <a:schemeClr val="dk1"/>
              </a:solidFill>
            </a:endParaRPr>
          </a:p>
          <a:p>
            <a:pPr indent="-317500" lvl="0" marL="457200" rtl="0" algn="l">
              <a:spcBef>
                <a:spcPts val="0"/>
              </a:spcBef>
              <a:spcAft>
                <a:spcPts val="0"/>
              </a:spcAft>
              <a:buSzPts val="1400"/>
              <a:buChar char="●"/>
            </a:pPr>
            <a:r>
              <a:rPr lang="en" sz="1400">
                <a:solidFill>
                  <a:schemeClr val="dk1"/>
                </a:solidFill>
              </a:rPr>
              <a:t>Scaling</a:t>
            </a:r>
            <a:endParaRPr sz="1400">
              <a:solidFill>
                <a:schemeClr val="dk1"/>
              </a:solidFill>
            </a:endParaRPr>
          </a:p>
          <a:p>
            <a:pPr indent="-317500" lvl="0" marL="457200" rtl="0" algn="l">
              <a:spcBef>
                <a:spcPts val="0"/>
              </a:spcBef>
              <a:spcAft>
                <a:spcPts val="0"/>
              </a:spcAft>
              <a:buSzPts val="1400"/>
              <a:buChar char="●"/>
            </a:pPr>
            <a:r>
              <a:rPr lang="en" sz="1400">
                <a:solidFill>
                  <a:schemeClr val="dk1"/>
                </a:solidFill>
              </a:rPr>
              <a:t>Rotation</a:t>
            </a:r>
            <a:endParaRPr sz="1400">
              <a:solidFill>
                <a:schemeClr val="dk1"/>
              </a:solidFill>
            </a:endParaRPr>
          </a:p>
          <a:p>
            <a:pPr indent="-317500" lvl="0" marL="457200" rtl="0" algn="l">
              <a:spcBef>
                <a:spcPts val="0"/>
              </a:spcBef>
              <a:spcAft>
                <a:spcPts val="0"/>
              </a:spcAft>
              <a:buSzPts val="1400"/>
              <a:buChar char="●"/>
            </a:pPr>
            <a:r>
              <a:rPr lang="en" sz="1400">
                <a:solidFill>
                  <a:schemeClr val="dk1"/>
                </a:solidFill>
              </a:rPr>
              <a:t>Shearing</a:t>
            </a:r>
            <a:endParaRPr sz="1400">
              <a:solidFill>
                <a:schemeClr val="dk1"/>
              </a:solidFill>
            </a:endParaRPr>
          </a:p>
          <a:p>
            <a:pPr indent="0" lvl="0" marL="0" rtl="0" algn="l">
              <a:spcBef>
                <a:spcPts val="0"/>
              </a:spcBef>
              <a:spcAft>
                <a:spcPts val="1600"/>
              </a:spcAft>
              <a:buNone/>
            </a:pPr>
            <a:r>
              <a:t/>
            </a:r>
            <a:endParaRPr sz="1400"/>
          </a:p>
        </p:txBody>
      </p:sp>
      <p:sp>
        <p:nvSpPr>
          <p:cNvPr id="229" name="Google Shape;229;p3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200"/>
              <a:t>Translation</a:t>
            </a:r>
            <a:endParaRPr/>
          </a:p>
        </p:txBody>
      </p:sp>
      <p:sp>
        <p:nvSpPr>
          <p:cNvPr id="235" name="Google Shape;235;p3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17500" lvl="0" marL="457200" rtl="0" algn="l">
              <a:spcBef>
                <a:spcPts val="600"/>
              </a:spcBef>
              <a:spcAft>
                <a:spcPts val="0"/>
              </a:spcAft>
              <a:buSzPts val="1400"/>
              <a:buChar char="●"/>
            </a:pPr>
            <a:r>
              <a:rPr lang="en" sz="1400">
                <a:solidFill>
                  <a:schemeClr val="dk1"/>
                </a:solidFill>
              </a:rPr>
              <a:t>a displacement</a:t>
            </a:r>
            <a:endParaRPr sz="1400">
              <a:solidFill>
                <a:schemeClr val="dk1"/>
              </a:solidFill>
            </a:endParaRPr>
          </a:p>
          <a:p>
            <a:pPr indent="-317500" lvl="0" marL="457200" rtl="0" algn="l">
              <a:spcBef>
                <a:spcPts val="0"/>
              </a:spcBef>
              <a:spcAft>
                <a:spcPts val="0"/>
              </a:spcAft>
              <a:buSzPts val="1400"/>
              <a:buChar char="●"/>
            </a:pPr>
            <a:r>
              <a:rPr lang="en" sz="1400">
                <a:solidFill>
                  <a:schemeClr val="dk1"/>
                </a:solidFill>
              </a:rPr>
              <a:t>a move in a linear direction</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it is not affected by the location of the origin</a:t>
            </a:r>
            <a:endParaRPr sz="1400"/>
          </a:p>
        </p:txBody>
      </p:sp>
      <p:sp>
        <p:nvSpPr>
          <p:cNvPr id="236" name="Google Shape;236;p3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descr="그림2.png" id="237" name="Google Shape;237;p34"/>
          <p:cNvPicPr preferRelativeResize="0"/>
          <p:nvPr/>
        </p:nvPicPr>
        <p:blipFill>
          <a:blip r:embed="rId3">
            <a:alphaModFix/>
          </a:blip>
          <a:stretch>
            <a:fillRect/>
          </a:stretch>
        </p:blipFill>
        <p:spPr>
          <a:xfrm>
            <a:off x="5737862" y="2893350"/>
            <a:ext cx="2177747" cy="11662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200"/>
              <a:t>Scaling</a:t>
            </a:r>
            <a:endParaRPr/>
          </a:p>
        </p:txBody>
      </p:sp>
      <p:sp>
        <p:nvSpPr>
          <p:cNvPr id="243" name="Google Shape;243;p3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17500" lvl="0" marL="457200" rtl="0" algn="l">
              <a:spcBef>
                <a:spcPts val="600"/>
              </a:spcBef>
              <a:spcAft>
                <a:spcPts val="0"/>
              </a:spcAft>
              <a:buSzPts val="1400"/>
              <a:buChar char="●"/>
            </a:pPr>
            <a:r>
              <a:rPr lang="en" sz="1400">
                <a:solidFill>
                  <a:schemeClr val="dk1"/>
                </a:solidFill>
              </a:rPr>
              <a:t>to enlarge (or shrink)</a:t>
            </a:r>
            <a:endParaRPr sz="1400">
              <a:solidFill>
                <a:schemeClr val="dk1"/>
              </a:solidFill>
            </a:endParaRPr>
          </a:p>
          <a:p>
            <a:pPr indent="-317500" lvl="0" marL="457200" rtl="0" algn="l">
              <a:spcBef>
                <a:spcPts val="0"/>
              </a:spcBef>
              <a:spcAft>
                <a:spcPts val="0"/>
              </a:spcAft>
              <a:buSzPts val="1400"/>
              <a:buChar char="●"/>
            </a:pPr>
            <a:r>
              <a:rPr lang="en" sz="1400">
                <a:solidFill>
                  <a:schemeClr val="dk1"/>
                </a:solidFill>
              </a:rPr>
              <a:t>a point at the origin is never affected by scaling</a:t>
            </a:r>
            <a:endParaRPr sz="1400">
              <a:solidFill>
                <a:schemeClr val="dk1"/>
              </a:solidFill>
            </a:endParaRPr>
          </a:p>
          <a:p>
            <a:pPr indent="-317500" lvl="0" marL="457200" rtl="0" algn="l">
              <a:spcBef>
                <a:spcPts val="0"/>
              </a:spcBef>
              <a:spcAft>
                <a:spcPts val="0"/>
              </a:spcAft>
              <a:buSzPts val="1400"/>
              <a:buChar char="●"/>
            </a:pPr>
            <a:r>
              <a:rPr lang="en" sz="1400" u="sng">
                <a:solidFill>
                  <a:schemeClr val="dk1"/>
                </a:solidFill>
              </a:rPr>
              <a:t>objects always scale about the origin</a:t>
            </a:r>
            <a:endParaRPr sz="1400" u="sng">
              <a:solidFill>
                <a:schemeClr val="dk1"/>
              </a:solidFill>
            </a:endParaRPr>
          </a:p>
          <a:p>
            <a:pPr indent="0" lvl="0" marL="0" rtl="0" algn="l">
              <a:spcBef>
                <a:spcPts val="0"/>
              </a:spcBef>
              <a:spcAft>
                <a:spcPts val="1600"/>
              </a:spcAft>
              <a:buNone/>
            </a:pPr>
            <a:r>
              <a:t/>
            </a:r>
            <a:endParaRPr sz="1400"/>
          </a:p>
        </p:txBody>
      </p:sp>
      <p:sp>
        <p:nvSpPr>
          <p:cNvPr id="244" name="Google Shape;244;p3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45" name="Google Shape;245;p35"/>
          <p:cNvPicPr preferRelativeResize="0"/>
          <p:nvPr/>
        </p:nvPicPr>
        <p:blipFill>
          <a:blip r:embed="rId3">
            <a:alphaModFix/>
          </a:blip>
          <a:stretch>
            <a:fillRect/>
          </a:stretch>
        </p:blipFill>
        <p:spPr>
          <a:xfrm>
            <a:off x="959623" y="2593938"/>
            <a:ext cx="3443450" cy="1765050"/>
          </a:xfrm>
          <a:prstGeom prst="rect">
            <a:avLst/>
          </a:prstGeom>
          <a:noFill/>
          <a:ln>
            <a:noFill/>
          </a:ln>
        </p:spPr>
      </p:pic>
      <p:pic>
        <p:nvPicPr>
          <p:cNvPr id="246" name="Google Shape;246;p35"/>
          <p:cNvPicPr preferRelativeResize="0"/>
          <p:nvPr/>
        </p:nvPicPr>
        <p:blipFill>
          <a:blip r:embed="rId4">
            <a:alphaModFix/>
          </a:blip>
          <a:stretch>
            <a:fillRect/>
          </a:stretch>
        </p:blipFill>
        <p:spPr>
          <a:xfrm>
            <a:off x="5630613" y="2893345"/>
            <a:ext cx="2392256" cy="11662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Rotation</a:t>
            </a:r>
            <a:endParaRPr/>
          </a:p>
        </p:txBody>
      </p:sp>
      <p:sp>
        <p:nvSpPr>
          <p:cNvPr id="252" name="Google Shape;252;p3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17500" lvl="0" marL="457200" rtl="0" algn="l">
              <a:lnSpc>
                <a:spcPct val="90000"/>
              </a:lnSpc>
              <a:spcBef>
                <a:spcPts val="600"/>
              </a:spcBef>
              <a:spcAft>
                <a:spcPts val="0"/>
              </a:spcAft>
              <a:buSzPts val="1400"/>
              <a:buChar char="●"/>
            </a:pPr>
            <a:r>
              <a:rPr lang="en" sz="1400">
                <a:solidFill>
                  <a:schemeClr val="dk1"/>
                </a:solidFill>
              </a:rPr>
              <a:t>to move in a circular direction</a:t>
            </a:r>
            <a:endParaRPr sz="1400">
              <a:solidFill>
                <a:schemeClr val="dk1"/>
              </a:solidFill>
            </a:endParaRPr>
          </a:p>
          <a:p>
            <a:pPr indent="-317500" lvl="0" marL="457200" rtl="0" algn="l">
              <a:lnSpc>
                <a:spcPct val="90000"/>
              </a:lnSpc>
              <a:spcBef>
                <a:spcPts val="0"/>
              </a:spcBef>
              <a:spcAft>
                <a:spcPts val="0"/>
              </a:spcAft>
              <a:buSzPts val="1400"/>
              <a:buChar char="●"/>
            </a:pPr>
            <a:r>
              <a:rPr lang="en" sz="1400">
                <a:solidFill>
                  <a:schemeClr val="dk1"/>
                </a:solidFill>
              </a:rPr>
              <a:t>to rotate </a:t>
            </a:r>
            <a:r>
              <a:rPr lang="en" sz="1400" u="sng">
                <a:solidFill>
                  <a:schemeClr val="dk1"/>
                </a:solidFill>
              </a:rPr>
              <a:t>about the origin</a:t>
            </a:r>
            <a:endParaRPr sz="1400" u="sng">
              <a:solidFill>
                <a:schemeClr val="dk1"/>
              </a:solidFill>
            </a:endParaRPr>
          </a:p>
          <a:p>
            <a:pPr indent="-317500" lvl="0" marL="457200" rtl="0" algn="l">
              <a:lnSpc>
                <a:spcPct val="90000"/>
              </a:lnSpc>
              <a:spcBef>
                <a:spcPts val="0"/>
              </a:spcBef>
              <a:spcAft>
                <a:spcPts val="0"/>
              </a:spcAft>
              <a:buSzPts val="1400"/>
              <a:buChar char="●"/>
            </a:pPr>
            <a:r>
              <a:rPr lang="en" sz="1400">
                <a:solidFill>
                  <a:schemeClr val="dk1"/>
                </a:solidFill>
              </a:rPr>
              <a:t>the angle is always considered a counter-clockwise rotation.</a:t>
            </a:r>
            <a:endParaRPr sz="1400">
              <a:solidFill>
                <a:schemeClr val="dk1"/>
              </a:solidFill>
            </a:endParaRPr>
          </a:p>
          <a:p>
            <a:pPr indent="-317500" lvl="0" marL="457200" rtl="0" algn="l">
              <a:lnSpc>
                <a:spcPct val="90000"/>
              </a:lnSpc>
              <a:spcBef>
                <a:spcPts val="0"/>
              </a:spcBef>
              <a:spcAft>
                <a:spcPts val="0"/>
              </a:spcAft>
              <a:buSzPts val="1400"/>
              <a:buChar char="●"/>
            </a:pPr>
            <a:r>
              <a:rPr lang="en" sz="1400">
                <a:solidFill>
                  <a:schemeClr val="dk1"/>
                </a:solidFill>
              </a:rPr>
              <a:t>derivation:</a:t>
            </a:r>
            <a:endParaRPr sz="1400">
              <a:solidFill>
                <a:schemeClr val="dk1"/>
              </a:solidFill>
            </a:endParaRPr>
          </a:p>
          <a:p>
            <a:pPr indent="330200" lvl="0" marL="0" rtl="0" algn="l">
              <a:lnSpc>
                <a:spcPct val="90000"/>
              </a:lnSpc>
              <a:spcBef>
                <a:spcPts val="400"/>
              </a:spcBef>
              <a:spcAft>
                <a:spcPts val="0"/>
              </a:spcAft>
              <a:buClr>
                <a:schemeClr val="dk1"/>
              </a:buClr>
              <a:buSzPts val="1100"/>
              <a:buFont typeface="Arial"/>
              <a:buNone/>
            </a:pPr>
            <a:r>
              <a:rPr lang="en" sz="1400">
                <a:solidFill>
                  <a:schemeClr val="dk1"/>
                </a:solidFill>
              </a:rPr>
              <a:t>  Q</a:t>
            </a:r>
            <a:r>
              <a:rPr baseline="-25000" lang="en" sz="1400">
                <a:solidFill>
                  <a:schemeClr val="dk1"/>
                </a:solidFill>
              </a:rPr>
              <a:t>x  </a:t>
            </a:r>
            <a:r>
              <a:rPr lang="en" sz="1400">
                <a:solidFill>
                  <a:schemeClr val="dk1"/>
                </a:solidFill>
              </a:rPr>
              <a:t>= </a:t>
            </a:r>
            <a:r>
              <a:rPr i="1" lang="en" sz="1400">
                <a:solidFill>
                  <a:schemeClr val="dk1"/>
                </a:solidFill>
              </a:rPr>
              <a:t>r </a:t>
            </a:r>
            <a:r>
              <a:rPr lang="en" sz="1400">
                <a:solidFill>
                  <a:schemeClr val="dk1"/>
                </a:solidFill>
              </a:rPr>
              <a:t>cos(q+f)</a:t>
            </a:r>
            <a:endParaRPr sz="1400">
              <a:solidFill>
                <a:schemeClr val="dk1"/>
              </a:solidFill>
            </a:endParaRPr>
          </a:p>
          <a:p>
            <a:pPr indent="330200" lvl="0" marL="0" rtl="0" algn="l">
              <a:lnSpc>
                <a:spcPct val="90000"/>
              </a:lnSpc>
              <a:spcBef>
                <a:spcPts val="400"/>
              </a:spcBef>
              <a:spcAft>
                <a:spcPts val="0"/>
              </a:spcAft>
              <a:buClr>
                <a:schemeClr val="dk1"/>
              </a:buClr>
              <a:buSzPts val="1100"/>
              <a:buFont typeface="Arial"/>
              <a:buNone/>
            </a:pPr>
            <a:r>
              <a:rPr lang="en" sz="1400">
                <a:solidFill>
                  <a:schemeClr val="dk1"/>
                </a:solidFill>
              </a:rPr>
              <a:t>  = </a:t>
            </a:r>
            <a:r>
              <a:rPr i="1" lang="en" sz="1400">
                <a:solidFill>
                  <a:schemeClr val="dk1"/>
                </a:solidFill>
              </a:rPr>
              <a:t>r</a:t>
            </a:r>
            <a:r>
              <a:rPr lang="en" sz="1400">
                <a:solidFill>
                  <a:schemeClr val="dk1"/>
                </a:solidFill>
              </a:rPr>
              <a:t> (cos(q)cos(f) - sin(q)sin(f))</a:t>
            </a:r>
            <a:endParaRPr sz="1400">
              <a:solidFill>
                <a:schemeClr val="dk1"/>
              </a:solidFill>
            </a:endParaRPr>
          </a:p>
          <a:p>
            <a:pPr indent="330200" lvl="0" marL="0" rtl="0" algn="l">
              <a:lnSpc>
                <a:spcPct val="90000"/>
              </a:lnSpc>
              <a:spcBef>
                <a:spcPts val="400"/>
              </a:spcBef>
              <a:spcAft>
                <a:spcPts val="0"/>
              </a:spcAft>
              <a:buClr>
                <a:schemeClr val="dk1"/>
              </a:buClr>
              <a:buSzPts val="1100"/>
              <a:buFont typeface="Arial"/>
              <a:buNone/>
            </a:pPr>
            <a:r>
              <a:rPr lang="en" sz="1400">
                <a:solidFill>
                  <a:schemeClr val="dk1"/>
                </a:solidFill>
              </a:rPr>
              <a:t>  = </a:t>
            </a:r>
            <a:r>
              <a:rPr i="1" lang="en" sz="1400">
                <a:solidFill>
                  <a:schemeClr val="dk1"/>
                </a:solidFill>
              </a:rPr>
              <a:t>r</a:t>
            </a:r>
            <a:r>
              <a:rPr lang="en" sz="1400">
                <a:solidFill>
                  <a:schemeClr val="dk1"/>
                </a:solidFill>
              </a:rPr>
              <a:t> cos(q)cos(f) - </a:t>
            </a:r>
            <a:r>
              <a:rPr i="1" lang="en" sz="1400">
                <a:solidFill>
                  <a:schemeClr val="dk1"/>
                </a:solidFill>
              </a:rPr>
              <a:t>r</a:t>
            </a:r>
            <a:r>
              <a:rPr lang="en" sz="1400">
                <a:solidFill>
                  <a:schemeClr val="dk1"/>
                </a:solidFill>
              </a:rPr>
              <a:t> sin(q)sin(f)</a:t>
            </a:r>
            <a:endParaRPr sz="1400">
              <a:solidFill>
                <a:schemeClr val="dk1"/>
              </a:solidFill>
            </a:endParaRPr>
          </a:p>
          <a:p>
            <a:pPr indent="330200" lvl="0" marL="0" rtl="0" algn="l">
              <a:lnSpc>
                <a:spcPct val="90000"/>
              </a:lnSpc>
              <a:spcBef>
                <a:spcPts val="400"/>
              </a:spcBef>
              <a:spcAft>
                <a:spcPts val="0"/>
              </a:spcAft>
              <a:buClr>
                <a:schemeClr val="dk1"/>
              </a:buClr>
              <a:buSzPts val="1100"/>
              <a:buFont typeface="Arial"/>
              <a:buNone/>
            </a:pPr>
            <a:r>
              <a:rPr lang="en" sz="1400">
                <a:solidFill>
                  <a:schemeClr val="dk1"/>
                </a:solidFill>
              </a:rPr>
              <a:t>  = P</a:t>
            </a:r>
            <a:r>
              <a:rPr baseline="-25000" lang="en" sz="1400">
                <a:solidFill>
                  <a:schemeClr val="dk1"/>
                </a:solidFill>
              </a:rPr>
              <a:t>x</a:t>
            </a:r>
            <a:r>
              <a:rPr lang="en" sz="1400">
                <a:solidFill>
                  <a:schemeClr val="dk1"/>
                </a:solidFill>
              </a:rPr>
              <a:t> cos(q) - P</a:t>
            </a:r>
            <a:r>
              <a:rPr baseline="-25000" lang="en" sz="1400">
                <a:solidFill>
                  <a:schemeClr val="dk1"/>
                </a:solidFill>
              </a:rPr>
              <a:t>y</a:t>
            </a:r>
            <a:r>
              <a:rPr lang="en" sz="1400">
                <a:solidFill>
                  <a:schemeClr val="dk1"/>
                </a:solidFill>
              </a:rPr>
              <a:t> sin(q)</a:t>
            </a:r>
            <a:endParaRPr sz="1400">
              <a:solidFill>
                <a:schemeClr val="dk1"/>
              </a:solidFill>
            </a:endParaRPr>
          </a:p>
          <a:p>
            <a:pPr indent="330200" lvl="0" marL="0" rtl="0" algn="l">
              <a:lnSpc>
                <a:spcPct val="90000"/>
              </a:lnSpc>
              <a:spcBef>
                <a:spcPts val="400"/>
              </a:spcBef>
              <a:spcAft>
                <a:spcPts val="0"/>
              </a:spcAft>
              <a:buClr>
                <a:schemeClr val="dk1"/>
              </a:buClr>
              <a:buSzPts val="1100"/>
              <a:buFont typeface="Arial"/>
              <a:buNone/>
            </a:pPr>
            <a:r>
              <a:rPr lang="en" sz="1400">
                <a:solidFill>
                  <a:schemeClr val="dk1"/>
                </a:solidFill>
              </a:rPr>
              <a:t>  Q</a:t>
            </a:r>
            <a:r>
              <a:rPr baseline="-25000" lang="en" sz="1400">
                <a:solidFill>
                  <a:schemeClr val="dk1"/>
                </a:solidFill>
              </a:rPr>
              <a:t>y  </a:t>
            </a:r>
            <a:r>
              <a:rPr lang="en" sz="1400">
                <a:solidFill>
                  <a:schemeClr val="dk1"/>
                </a:solidFill>
              </a:rPr>
              <a:t>= </a:t>
            </a:r>
            <a:r>
              <a:rPr i="1" lang="en" sz="1400">
                <a:solidFill>
                  <a:schemeClr val="dk1"/>
                </a:solidFill>
              </a:rPr>
              <a:t>r</a:t>
            </a:r>
            <a:r>
              <a:rPr lang="en" sz="1400">
                <a:solidFill>
                  <a:schemeClr val="dk1"/>
                </a:solidFill>
              </a:rPr>
              <a:t> sin(q+f)</a:t>
            </a:r>
            <a:endParaRPr sz="1400">
              <a:solidFill>
                <a:schemeClr val="dk1"/>
              </a:solidFill>
            </a:endParaRPr>
          </a:p>
          <a:p>
            <a:pPr indent="330200" lvl="0" marL="0" rtl="0" algn="l">
              <a:lnSpc>
                <a:spcPct val="90000"/>
              </a:lnSpc>
              <a:spcBef>
                <a:spcPts val="400"/>
              </a:spcBef>
              <a:spcAft>
                <a:spcPts val="0"/>
              </a:spcAft>
              <a:buClr>
                <a:schemeClr val="dk1"/>
              </a:buClr>
              <a:buSzPts val="1100"/>
              <a:buFont typeface="Arial"/>
              <a:buNone/>
            </a:pPr>
            <a:r>
              <a:rPr lang="en" sz="1400">
                <a:solidFill>
                  <a:schemeClr val="dk1"/>
                </a:solidFill>
              </a:rPr>
              <a:t>  = </a:t>
            </a:r>
            <a:r>
              <a:rPr i="1" lang="en" sz="1400">
                <a:solidFill>
                  <a:schemeClr val="dk1"/>
                </a:solidFill>
              </a:rPr>
              <a:t>r</a:t>
            </a:r>
            <a:r>
              <a:rPr lang="en" sz="1400">
                <a:solidFill>
                  <a:schemeClr val="dk1"/>
                </a:solidFill>
              </a:rPr>
              <a:t> (sin(q)cos(f) + cos(q)sin(f))</a:t>
            </a:r>
            <a:endParaRPr sz="1400">
              <a:solidFill>
                <a:schemeClr val="dk1"/>
              </a:solidFill>
            </a:endParaRPr>
          </a:p>
          <a:p>
            <a:pPr indent="330200" lvl="0" marL="0" rtl="0" algn="l">
              <a:lnSpc>
                <a:spcPct val="90000"/>
              </a:lnSpc>
              <a:spcBef>
                <a:spcPts val="400"/>
              </a:spcBef>
              <a:spcAft>
                <a:spcPts val="0"/>
              </a:spcAft>
              <a:buClr>
                <a:schemeClr val="dk1"/>
              </a:buClr>
              <a:buSzPts val="1100"/>
              <a:buFont typeface="Arial"/>
              <a:buNone/>
            </a:pPr>
            <a:r>
              <a:rPr lang="en" sz="1400">
                <a:solidFill>
                  <a:schemeClr val="dk1"/>
                </a:solidFill>
              </a:rPr>
              <a:t>  = </a:t>
            </a:r>
            <a:r>
              <a:rPr i="1" lang="en" sz="1400">
                <a:solidFill>
                  <a:schemeClr val="dk1"/>
                </a:solidFill>
              </a:rPr>
              <a:t>r</a:t>
            </a:r>
            <a:r>
              <a:rPr lang="en" sz="1400">
                <a:solidFill>
                  <a:schemeClr val="dk1"/>
                </a:solidFill>
              </a:rPr>
              <a:t> sin(q)cos(f) + </a:t>
            </a:r>
            <a:r>
              <a:rPr i="1" lang="en" sz="1400">
                <a:solidFill>
                  <a:schemeClr val="dk1"/>
                </a:solidFill>
              </a:rPr>
              <a:t>r</a:t>
            </a:r>
            <a:r>
              <a:rPr lang="en" sz="1400">
                <a:solidFill>
                  <a:schemeClr val="dk1"/>
                </a:solidFill>
              </a:rPr>
              <a:t> cos(q)sin(f)</a:t>
            </a:r>
            <a:endParaRPr sz="1400">
              <a:solidFill>
                <a:schemeClr val="dk1"/>
              </a:solidFill>
            </a:endParaRPr>
          </a:p>
          <a:p>
            <a:pPr indent="330200" lvl="0" marL="0" rtl="0" algn="l">
              <a:lnSpc>
                <a:spcPct val="90000"/>
              </a:lnSpc>
              <a:spcBef>
                <a:spcPts val="400"/>
              </a:spcBef>
              <a:spcAft>
                <a:spcPts val="0"/>
              </a:spcAft>
              <a:buClr>
                <a:schemeClr val="dk1"/>
              </a:buClr>
              <a:buSzPts val="1100"/>
              <a:buFont typeface="Arial"/>
              <a:buNone/>
            </a:pPr>
            <a:r>
              <a:rPr lang="en" sz="1400">
                <a:solidFill>
                  <a:schemeClr val="dk1"/>
                </a:solidFill>
              </a:rPr>
              <a:t>  = P</a:t>
            </a:r>
            <a:r>
              <a:rPr baseline="-25000" lang="en" sz="1400">
                <a:solidFill>
                  <a:schemeClr val="dk1"/>
                </a:solidFill>
              </a:rPr>
              <a:t>x</a:t>
            </a:r>
            <a:r>
              <a:rPr lang="en" sz="1400">
                <a:solidFill>
                  <a:schemeClr val="dk1"/>
                </a:solidFill>
              </a:rPr>
              <a:t> sin(q) + P</a:t>
            </a:r>
            <a:r>
              <a:rPr baseline="-25000" lang="en" sz="1400">
                <a:solidFill>
                  <a:schemeClr val="dk1"/>
                </a:solidFill>
              </a:rPr>
              <a:t>y</a:t>
            </a:r>
            <a:r>
              <a:rPr lang="en" sz="1400">
                <a:solidFill>
                  <a:schemeClr val="dk1"/>
                </a:solidFill>
              </a:rPr>
              <a:t> cos(q)</a:t>
            </a:r>
            <a:endParaRPr sz="1400">
              <a:solidFill>
                <a:schemeClr val="dk1"/>
              </a:solidFill>
            </a:endParaRPr>
          </a:p>
          <a:p>
            <a:pPr indent="0" lvl="0" marL="0" rtl="0" algn="l">
              <a:spcBef>
                <a:spcPts val="0"/>
              </a:spcBef>
              <a:spcAft>
                <a:spcPts val="1600"/>
              </a:spcAft>
              <a:buNone/>
            </a:pPr>
            <a:r>
              <a:t/>
            </a:r>
            <a:endParaRPr sz="1400"/>
          </a:p>
        </p:txBody>
      </p:sp>
      <p:sp>
        <p:nvSpPr>
          <p:cNvPr id="253" name="Google Shape;253;p3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54" name="Google Shape;254;p36"/>
          <p:cNvPicPr preferRelativeResize="0"/>
          <p:nvPr/>
        </p:nvPicPr>
        <p:blipFill>
          <a:blip r:embed="rId3">
            <a:alphaModFix/>
          </a:blip>
          <a:stretch>
            <a:fillRect/>
          </a:stretch>
        </p:blipFill>
        <p:spPr>
          <a:xfrm>
            <a:off x="4563425" y="2434138"/>
            <a:ext cx="1943100" cy="17811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Rotation</a:t>
            </a:r>
            <a:endParaRPr/>
          </a:p>
        </p:txBody>
      </p:sp>
      <p:sp>
        <p:nvSpPr>
          <p:cNvPr id="260" name="Google Shape;260;p3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17500" lvl="0" marL="457200" rtl="0" algn="l">
              <a:lnSpc>
                <a:spcPct val="90000"/>
              </a:lnSpc>
              <a:spcBef>
                <a:spcPts val="600"/>
              </a:spcBef>
              <a:spcAft>
                <a:spcPts val="0"/>
              </a:spcAft>
              <a:buSzPts val="1400"/>
              <a:buChar char="●"/>
            </a:pPr>
            <a:r>
              <a:rPr lang="en" sz="1400">
                <a:solidFill>
                  <a:schemeClr val="dk1"/>
                </a:solidFill>
              </a:rPr>
              <a:t>Rotation about Z</a:t>
            </a:r>
            <a:endParaRPr sz="1400">
              <a:solidFill>
                <a:schemeClr val="dk1"/>
              </a:solidFill>
            </a:endParaRPr>
          </a:p>
          <a:p>
            <a:pPr indent="0" lvl="0" marL="0" rtl="0" algn="l">
              <a:lnSpc>
                <a:spcPct val="90000"/>
              </a:lnSpc>
              <a:spcBef>
                <a:spcPts val="600"/>
              </a:spcBef>
              <a:spcAft>
                <a:spcPts val="0"/>
              </a:spcAft>
              <a:buNone/>
            </a:pPr>
            <a:r>
              <a:t/>
            </a:r>
            <a:endParaRPr sz="1400"/>
          </a:p>
          <a:p>
            <a:pPr indent="0" lvl="0" marL="0" rtl="0" algn="l">
              <a:lnSpc>
                <a:spcPct val="90000"/>
              </a:lnSpc>
              <a:spcBef>
                <a:spcPts val="600"/>
              </a:spcBef>
              <a:spcAft>
                <a:spcPts val="0"/>
              </a:spcAft>
              <a:buNone/>
            </a:pPr>
            <a:r>
              <a:t/>
            </a:r>
            <a:endParaRPr sz="1400"/>
          </a:p>
          <a:p>
            <a:pPr indent="0" lvl="0" marL="0" rtl="0" algn="l">
              <a:lnSpc>
                <a:spcPct val="90000"/>
              </a:lnSpc>
              <a:spcBef>
                <a:spcPts val="600"/>
              </a:spcBef>
              <a:spcAft>
                <a:spcPts val="0"/>
              </a:spcAft>
              <a:buNone/>
            </a:pPr>
            <a:r>
              <a:t/>
            </a:r>
            <a:endParaRPr sz="1400"/>
          </a:p>
          <a:p>
            <a:pPr indent="-317500" lvl="0" marL="457200" rtl="0" algn="l">
              <a:lnSpc>
                <a:spcPct val="90000"/>
              </a:lnSpc>
              <a:spcBef>
                <a:spcPts val="600"/>
              </a:spcBef>
              <a:spcAft>
                <a:spcPts val="0"/>
              </a:spcAft>
              <a:buSzPts val="1400"/>
              <a:buChar char="●"/>
            </a:pPr>
            <a:r>
              <a:rPr lang="en" sz="1400">
                <a:solidFill>
                  <a:schemeClr val="dk1"/>
                </a:solidFill>
              </a:rPr>
              <a:t>Rotation about Y</a:t>
            </a:r>
            <a:endParaRPr sz="1400">
              <a:solidFill>
                <a:schemeClr val="dk1"/>
              </a:solidFill>
            </a:endParaRPr>
          </a:p>
          <a:p>
            <a:pPr indent="0" lvl="0" marL="0" rtl="0" algn="l">
              <a:lnSpc>
                <a:spcPct val="90000"/>
              </a:lnSpc>
              <a:spcBef>
                <a:spcPts val="600"/>
              </a:spcBef>
              <a:spcAft>
                <a:spcPts val="0"/>
              </a:spcAft>
              <a:buNone/>
            </a:pPr>
            <a:r>
              <a:t/>
            </a:r>
            <a:endParaRPr sz="1400"/>
          </a:p>
          <a:p>
            <a:pPr indent="0" lvl="0" marL="0" rtl="0" algn="l">
              <a:lnSpc>
                <a:spcPct val="90000"/>
              </a:lnSpc>
              <a:spcBef>
                <a:spcPts val="600"/>
              </a:spcBef>
              <a:spcAft>
                <a:spcPts val="0"/>
              </a:spcAft>
              <a:buNone/>
            </a:pPr>
            <a:r>
              <a:t/>
            </a:r>
            <a:endParaRPr sz="1400"/>
          </a:p>
          <a:p>
            <a:pPr indent="0" lvl="0" marL="0" rtl="0" algn="l">
              <a:lnSpc>
                <a:spcPct val="90000"/>
              </a:lnSpc>
              <a:spcBef>
                <a:spcPts val="600"/>
              </a:spcBef>
              <a:spcAft>
                <a:spcPts val="0"/>
              </a:spcAft>
              <a:buNone/>
            </a:pPr>
            <a:r>
              <a:t/>
            </a:r>
            <a:endParaRPr sz="1400"/>
          </a:p>
          <a:p>
            <a:pPr indent="-317500" lvl="0" marL="457200" rtl="0" algn="l">
              <a:lnSpc>
                <a:spcPct val="90000"/>
              </a:lnSpc>
              <a:spcBef>
                <a:spcPts val="600"/>
              </a:spcBef>
              <a:spcAft>
                <a:spcPts val="0"/>
              </a:spcAft>
              <a:buSzPts val="1400"/>
              <a:buChar char="●"/>
            </a:pPr>
            <a:r>
              <a:rPr lang="en" sz="1400">
                <a:solidFill>
                  <a:schemeClr val="dk1"/>
                </a:solidFill>
              </a:rPr>
              <a:t>Rotation about X</a:t>
            </a:r>
            <a:endParaRPr sz="1400">
              <a:solidFill>
                <a:schemeClr val="dk1"/>
              </a:solidFill>
            </a:endParaRPr>
          </a:p>
          <a:p>
            <a:pPr indent="0" lvl="0" marL="0" rtl="0" algn="l">
              <a:lnSpc>
                <a:spcPct val="90000"/>
              </a:lnSpc>
              <a:spcBef>
                <a:spcPts val="600"/>
              </a:spcBef>
              <a:spcAft>
                <a:spcPts val="0"/>
              </a:spcAft>
              <a:buNone/>
            </a:pPr>
            <a:r>
              <a:t/>
            </a:r>
            <a:endParaRPr sz="1400"/>
          </a:p>
          <a:p>
            <a:pPr indent="330200" lvl="0" marL="0" rtl="0" algn="l">
              <a:lnSpc>
                <a:spcPct val="90000"/>
              </a:lnSpc>
              <a:spcBef>
                <a:spcPts val="500"/>
              </a:spcBef>
              <a:spcAft>
                <a:spcPts val="0"/>
              </a:spcAft>
              <a:buClr>
                <a:schemeClr val="dk1"/>
              </a:buClr>
              <a:buSzPts val="1100"/>
              <a:buFont typeface="Arial"/>
              <a:buNone/>
            </a:pPr>
            <a:r>
              <a:rPr lang="en" sz="1400">
                <a:solidFill>
                  <a:schemeClr val="dk1"/>
                </a:solidFill>
              </a:rPr>
              <a:t>  where c = cos(angle), s = sin(angle)</a:t>
            </a:r>
            <a:endParaRPr sz="1400">
              <a:solidFill>
                <a:schemeClr val="dk1"/>
              </a:solidFill>
            </a:endParaRPr>
          </a:p>
          <a:p>
            <a:pPr indent="0" lvl="0" marL="0" rtl="0" algn="l">
              <a:spcBef>
                <a:spcPts val="0"/>
              </a:spcBef>
              <a:spcAft>
                <a:spcPts val="1600"/>
              </a:spcAft>
              <a:buNone/>
            </a:pPr>
            <a:r>
              <a:t/>
            </a:r>
            <a:endParaRPr sz="1400"/>
          </a:p>
        </p:txBody>
      </p:sp>
      <p:sp>
        <p:nvSpPr>
          <p:cNvPr id="261" name="Google Shape;261;p3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62" name="Google Shape;262;p37"/>
          <p:cNvPicPr preferRelativeResize="0"/>
          <p:nvPr/>
        </p:nvPicPr>
        <p:blipFill>
          <a:blip r:embed="rId3">
            <a:alphaModFix/>
          </a:blip>
          <a:stretch>
            <a:fillRect/>
          </a:stretch>
        </p:blipFill>
        <p:spPr>
          <a:xfrm>
            <a:off x="5793500" y="1170125"/>
            <a:ext cx="2213450" cy="1166226"/>
          </a:xfrm>
          <a:prstGeom prst="rect">
            <a:avLst/>
          </a:prstGeom>
          <a:noFill/>
          <a:ln>
            <a:noFill/>
          </a:ln>
        </p:spPr>
      </p:pic>
      <p:pic>
        <p:nvPicPr>
          <p:cNvPr id="263" name="Google Shape;263;p37"/>
          <p:cNvPicPr preferRelativeResize="0"/>
          <p:nvPr/>
        </p:nvPicPr>
        <p:blipFill>
          <a:blip r:embed="rId4">
            <a:alphaModFix/>
          </a:blip>
          <a:stretch>
            <a:fillRect/>
          </a:stretch>
        </p:blipFill>
        <p:spPr>
          <a:xfrm>
            <a:off x="5787825" y="2412546"/>
            <a:ext cx="2224798" cy="1166225"/>
          </a:xfrm>
          <a:prstGeom prst="rect">
            <a:avLst/>
          </a:prstGeom>
          <a:noFill/>
          <a:ln>
            <a:noFill/>
          </a:ln>
        </p:spPr>
      </p:pic>
      <p:pic>
        <p:nvPicPr>
          <p:cNvPr id="264" name="Google Shape;264;p37"/>
          <p:cNvPicPr preferRelativeResize="0"/>
          <p:nvPr/>
        </p:nvPicPr>
        <p:blipFill>
          <a:blip r:embed="rId5">
            <a:alphaModFix/>
          </a:blip>
          <a:stretch>
            <a:fillRect/>
          </a:stretch>
        </p:blipFill>
        <p:spPr>
          <a:xfrm>
            <a:off x="5793500" y="3654975"/>
            <a:ext cx="2213447" cy="11662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Shearing</a:t>
            </a:r>
            <a:endParaRPr/>
          </a:p>
        </p:txBody>
      </p:sp>
      <p:sp>
        <p:nvSpPr>
          <p:cNvPr id="270" name="Google Shape;270;p3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17500" lvl="0" marL="457200" rtl="0" algn="l">
              <a:spcBef>
                <a:spcPts val="600"/>
              </a:spcBef>
              <a:spcAft>
                <a:spcPts val="0"/>
              </a:spcAft>
              <a:buSzPts val="1400"/>
              <a:buChar char="●"/>
            </a:pPr>
            <a:r>
              <a:rPr lang="en" sz="1400">
                <a:solidFill>
                  <a:schemeClr val="dk1"/>
                </a:solidFill>
              </a:rPr>
              <a:t>to shear in x: (P</a:t>
            </a:r>
            <a:r>
              <a:rPr baseline="-25000" lang="en" sz="1400">
                <a:solidFill>
                  <a:schemeClr val="dk1"/>
                </a:solidFill>
              </a:rPr>
              <a:t>x</a:t>
            </a:r>
            <a:r>
              <a:rPr lang="en" sz="1400">
                <a:solidFill>
                  <a:schemeClr val="dk1"/>
                </a:solidFill>
              </a:rPr>
              <a:t> + hP</a:t>
            </a:r>
            <a:r>
              <a:rPr baseline="-25000" lang="en" sz="1400">
                <a:solidFill>
                  <a:schemeClr val="dk1"/>
                </a:solidFill>
              </a:rPr>
              <a:t>y</a:t>
            </a:r>
            <a:r>
              <a:rPr lang="en" sz="1400">
                <a:solidFill>
                  <a:schemeClr val="dk1"/>
                </a:solidFill>
              </a:rPr>
              <a:t>, P</a:t>
            </a:r>
            <a:r>
              <a:rPr baseline="-25000" lang="en" sz="1400">
                <a:solidFill>
                  <a:schemeClr val="dk1"/>
                </a:solidFill>
              </a:rPr>
              <a:t>y</a:t>
            </a:r>
            <a:r>
              <a:rPr lang="en" sz="1400">
                <a:solidFill>
                  <a:schemeClr val="dk1"/>
                </a:solidFill>
              </a:rPr>
              <a:t>, P</a:t>
            </a:r>
            <a:r>
              <a:rPr baseline="-25000" lang="en" sz="1400">
                <a:solidFill>
                  <a:schemeClr val="dk1"/>
                </a:solidFill>
              </a:rPr>
              <a:t>z</a:t>
            </a:r>
            <a:r>
              <a:rPr lang="en" sz="1400">
                <a:solidFill>
                  <a:schemeClr val="dk1"/>
                </a:solidFill>
              </a:rPr>
              <a:t>); slant vertically</a:t>
            </a:r>
            <a:endParaRPr sz="1400">
              <a:solidFill>
                <a:schemeClr val="dk1"/>
              </a:solidFill>
            </a:endParaRPr>
          </a:p>
          <a:p>
            <a:pPr indent="-317500" lvl="0" marL="457200" rtl="0" algn="l">
              <a:spcBef>
                <a:spcPts val="0"/>
              </a:spcBef>
              <a:spcAft>
                <a:spcPts val="0"/>
              </a:spcAft>
              <a:buSzPts val="1400"/>
              <a:buChar char="●"/>
            </a:pPr>
            <a:r>
              <a:rPr lang="en" sz="1400">
                <a:solidFill>
                  <a:schemeClr val="dk1"/>
                </a:solidFill>
              </a:rPr>
              <a:t>to shear in y: (P</a:t>
            </a:r>
            <a:r>
              <a:rPr baseline="-25000" lang="en" sz="1400">
                <a:solidFill>
                  <a:schemeClr val="dk1"/>
                </a:solidFill>
              </a:rPr>
              <a:t>x</a:t>
            </a:r>
            <a:r>
              <a:rPr lang="en" sz="1400">
                <a:solidFill>
                  <a:schemeClr val="dk1"/>
                </a:solidFill>
              </a:rPr>
              <a:t>, gP</a:t>
            </a:r>
            <a:r>
              <a:rPr baseline="-25000" lang="en" sz="1400">
                <a:solidFill>
                  <a:schemeClr val="dk1"/>
                </a:solidFill>
              </a:rPr>
              <a:t>x</a:t>
            </a:r>
            <a:r>
              <a:rPr lang="en" sz="1400">
                <a:solidFill>
                  <a:schemeClr val="dk1"/>
                </a:solidFill>
              </a:rPr>
              <a:t>+P</a:t>
            </a:r>
            <a:r>
              <a:rPr baseline="-25000" lang="en" sz="1400">
                <a:solidFill>
                  <a:schemeClr val="dk1"/>
                </a:solidFill>
              </a:rPr>
              <a:t>y</a:t>
            </a:r>
            <a:r>
              <a:rPr lang="en" sz="1400">
                <a:solidFill>
                  <a:schemeClr val="dk1"/>
                </a:solidFill>
              </a:rPr>
              <a:t>, P</a:t>
            </a:r>
            <a:r>
              <a:rPr baseline="-25000" lang="en" sz="1400">
                <a:solidFill>
                  <a:schemeClr val="dk1"/>
                </a:solidFill>
              </a:rPr>
              <a:t>z</a:t>
            </a:r>
            <a:r>
              <a:rPr lang="en" sz="1400">
                <a:solidFill>
                  <a:schemeClr val="dk1"/>
                </a:solidFill>
              </a:rPr>
              <a:t>); slant horizontally</a:t>
            </a:r>
            <a:endParaRPr sz="1400">
              <a:solidFill>
                <a:schemeClr val="dk1"/>
              </a:solidFill>
            </a:endParaRPr>
          </a:p>
          <a:p>
            <a:pPr indent="0" lvl="0" marL="0" rtl="0" algn="l">
              <a:spcBef>
                <a:spcPts val="0"/>
              </a:spcBef>
              <a:spcAft>
                <a:spcPts val="1600"/>
              </a:spcAft>
              <a:buNone/>
            </a:pPr>
            <a:r>
              <a:t/>
            </a:r>
            <a:endParaRPr sz="1400"/>
          </a:p>
        </p:txBody>
      </p:sp>
      <p:sp>
        <p:nvSpPr>
          <p:cNvPr id="271" name="Google Shape;271;p3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72" name="Google Shape;272;p38"/>
          <p:cNvPicPr preferRelativeResize="0"/>
          <p:nvPr/>
        </p:nvPicPr>
        <p:blipFill>
          <a:blip r:embed="rId3">
            <a:alphaModFix/>
          </a:blip>
          <a:stretch>
            <a:fillRect/>
          </a:stretch>
        </p:blipFill>
        <p:spPr>
          <a:xfrm>
            <a:off x="996448" y="2599875"/>
            <a:ext cx="3443423" cy="1765050"/>
          </a:xfrm>
          <a:prstGeom prst="rect">
            <a:avLst/>
          </a:prstGeom>
          <a:noFill/>
          <a:ln>
            <a:noFill/>
          </a:ln>
        </p:spPr>
      </p:pic>
      <p:pic>
        <p:nvPicPr>
          <p:cNvPr id="273" name="Google Shape;273;p38"/>
          <p:cNvPicPr preferRelativeResize="0"/>
          <p:nvPr/>
        </p:nvPicPr>
        <p:blipFill>
          <a:blip r:embed="rId4">
            <a:alphaModFix/>
          </a:blip>
          <a:stretch>
            <a:fillRect/>
          </a:stretch>
        </p:blipFill>
        <p:spPr>
          <a:xfrm>
            <a:off x="5621825" y="2868245"/>
            <a:ext cx="2129108" cy="11662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resetMatrix</a:t>
            </a:r>
            <a:endParaRPr/>
          </a:p>
        </p:txBody>
      </p:sp>
      <p:sp>
        <p:nvSpPr>
          <p:cNvPr id="279" name="Google Shape;279;p3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17500" lvl="0" marL="457200" rtl="0" algn="l">
              <a:spcBef>
                <a:spcPts val="500"/>
              </a:spcBef>
              <a:spcAft>
                <a:spcPts val="0"/>
              </a:spcAft>
              <a:buSzPts val="1400"/>
              <a:buChar char="●"/>
            </a:pPr>
            <a:r>
              <a:rPr lang="en" sz="1400">
                <a:solidFill>
                  <a:schemeClr val="dk1"/>
                </a:solidFill>
              </a:rPr>
              <a:t>The resetMatrix function replaces the current matrix with the identity matrix.</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rgbClr val="252525"/>
                </a:solidFill>
                <a:highlight>
                  <a:schemeClr val="lt1"/>
                </a:highlight>
              </a:rPr>
              <a:t>All transformations are reset when draw() begins again.</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rgbClr val="252525"/>
                </a:solidFill>
                <a:highlight>
                  <a:srgbClr val="FFFFFF"/>
                </a:highlight>
              </a:rPr>
              <a:t>The equivalent function in OpenGL is glLoadIdentity().</a:t>
            </a:r>
            <a:endParaRPr sz="1400">
              <a:solidFill>
                <a:schemeClr val="dk1"/>
              </a:solidFill>
            </a:endParaRPr>
          </a:p>
          <a:p>
            <a:pPr indent="0" lvl="0" marL="0" rtl="0" algn="l">
              <a:spcBef>
                <a:spcPts val="0"/>
              </a:spcBef>
              <a:spcAft>
                <a:spcPts val="1600"/>
              </a:spcAft>
              <a:buNone/>
            </a:pPr>
            <a:r>
              <a:t/>
            </a:r>
            <a:endParaRPr sz="1400"/>
          </a:p>
        </p:txBody>
      </p:sp>
      <p:sp>
        <p:nvSpPr>
          <p:cNvPr id="280" name="Google Shape;280;p3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4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translate</a:t>
            </a:r>
            <a:endParaRPr/>
          </a:p>
        </p:txBody>
      </p:sp>
      <p:sp>
        <p:nvSpPr>
          <p:cNvPr id="286" name="Google Shape;286;p4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1400">
                <a:solidFill>
                  <a:srgbClr val="252525"/>
                </a:solidFill>
                <a:highlight>
                  <a:srgbClr val="FFFFFF"/>
                </a:highlight>
              </a:rPr>
              <a:t>Specifies an amount to displace objects within the display window. The x parameter specifies left/right translation, the y parameter specifies up/down translation, and the z parameter specifies translations toward/away from the screen. Using this function with the z parameter requires using P3D as a parameter in combination with size as shown in the above example. </a:t>
            </a:r>
            <a:endParaRPr sz="1400">
              <a:solidFill>
                <a:srgbClr val="252525"/>
              </a:solidFill>
              <a:highlight>
                <a:srgbClr val="FFFFFF"/>
              </a:highlight>
            </a:endParaRPr>
          </a:p>
          <a:p>
            <a:pPr indent="330200" lvl="0" marL="0" rtl="0" algn="l">
              <a:lnSpc>
                <a:spcPct val="100000"/>
              </a:lnSpc>
              <a:spcBef>
                <a:spcPts val="0"/>
              </a:spcBef>
              <a:spcAft>
                <a:spcPts val="0"/>
              </a:spcAft>
              <a:buClr>
                <a:schemeClr val="dk1"/>
              </a:buClr>
              <a:buSzPts val="1100"/>
              <a:buFont typeface="Arial"/>
              <a:buNone/>
            </a:pPr>
            <a:r>
              <a:t/>
            </a:r>
            <a:endParaRPr sz="1400">
              <a:solidFill>
                <a:srgbClr val="252525"/>
              </a:solidFill>
              <a:highlight>
                <a:srgbClr val="FFFFFF"/>
              </a:highlight>
            </a:endParaRPr>
          </a:p>
          <a:p>
            <a:pPr indent="0" lvl="0" marL="0" rtl="0" algn="l">
              <a:lnSpc>
                <a:spcPct val="100000"/>
              </a:lnSpc>
              <a:spcBef>
                <a:spcPts val="0"/>
              </a:spcBef>
              <a:spcAft>
                <a:spcPts val="0"/>
              </a:spcAft>
              <a:buNone/>
            </a:pPr>
            <a:r>
              <a:rPr lang="en" sz="1400">
                <a:solidFill>
                  <a:srgbClr val="252525"/>
                </a:solidFill>
                <a:highlight>
                  <a:srgbClr val="FFFFFF"/>
                </a:highlight>
              </a:rPr>
              <a:t>Transformations are cumulative and apply to everything that happens after and subsequent calls to the function accumulates the effect. For example, calling translate(50, 0) and then translate(20, 0) is the same as translate(70, 0). If translate() is called within draw(), the transformation is reset when the loop begins again. This function can be further controlled by using pushMatrix() and popMatrix().</a:t>
            </a:r>
            <a:endParaRPr sz="1400">
              <a:solidFill>
                <a:srgbClr val="252525"/>
              </a:solidFill>
              <a:highlight>
                <a:srgbClr val="FFFFFF"/>
              </a:highlight>
            </a:endParaRPr>
          </a:p>
          <a:p>
            <a:pPr indent="0" lvl="0" marL="0" rtl="0" algn="l">
              <a:lnSpc>
                <a:spcPct val="100000"/>
              </a:lnSpc>
              <a:spcBef>
                <a:spcPts val="1600"/>
              </a:spcBef>
              <a:spcAft>
                <a:spcPts val="0"/>
              </a:spcAft>
              <a:buNone/>
            </a:pPr>
            <a:r>
              <a:rPr b="1" lang="en" sz="1400">
                <a:solidFill>
                  <a:srgbClr val="252525"/>
                </a:solidFill>
                <a:highlight>
                  <a:srgbClr val="FFFFFF"/>
                </a:highlight>
              </a:rPr>
              <a:t>Syntax </a:t>
            </a:r>
            <a:endParaRPr b="1" sz="1400">
              <a:solidFill>
                <a:srgbClr val="252525"/>
              </a:solidFill>
              <a:highlight>
                <a:srgbClr val="FFFFFF"/>
              </a:highlight>
            </a:endParaRPr>
          </a:p>
          <a:p>
            <a:pPr indent="457200" lvl="0" marL="0" rtl="0" algn="l">
              <a:lnSpc>
                <a:spcPct val="100000"/>
              </a:lnSpc>
              <a:spcBef>
                <a:spcPts val="0"/>
              </a:spcBef>
              <a:spcAft>
                <a:spcPts val="0"/>
              </a:spcAft>
              <a:buNone/>
            </a:pPr>
            <a:r>
              <a:rPr lang="en" sz="1400">
                <a:solidFill>
                  <a:srgbClr val="000000"/>
                </a:solidFill>
                <a:highlight>
                  <a:srgbClr val="FFFFFF"/>
                </a:highlight>
              </a:rPr>
              <a:t>translate(x, y), translate(x, y, z)</a:t>
            </a:r>
            <a:endParaRPr sz="1400">
              <a:solidFill>
                <a:srgbClr val="000000"/>
              </a:solidFill>
              <a:highlight>
                <a:srgbClr val="FFFFFF"/>
              </a:highlight>
            </a:endParaRPr>
          </a:p>
          <a:p>
            <a:pPr indent="0" lvl="0" marL="0" rtl="0" algn="l">
              <a:lnSpc>
                <a:spcPct val="100000"/>
              </a:lnSpc>
              <a:spcBef>
                <a:spcPts val="0"/>
              </a:spcBef>
              <a:spcAft>
                <a:spcPts val="0"/>
              </a:spcAft>
              <a:buNone/>
            </a:pPr>
            <a:r>
              <a:rPr b="1" lang="en" sz="1400">
                <a:solidFill>
                  <a:srgbClr val="252525"/>
                </a:solidFill>
                <a:highlight>
                  <a:srgbClr val="FFFFFF"/>
                </a:highlight>
              </a:rPr>
              <a:t>Parameters </a:t>
            </a:r>
            <a:endParaRPr b="1" sz="1400">
              <a:solidFill>
                <a:srgbClr val="252525"/>
              </a:solidFill>
              <a:highlight>
                <a:srgbClr val="FFFFFF"/>
              </a:highlight>
            </a:endParaRPr>
          </a:p>
          <a:p>
            <a:pPr indent="457200" lvl="0" marL="0" rtl="0" algn="l">
              <a:lnSpc>
                <a:spcPct val="100000"/>
              </a:lnSpc>
              <a:spcBef>
                <a:spcPts val="0"/>
              </a:spcBef>
              <a:spcAft>
                <a:spcPts val="0"/>
              </a:spcAft>
              <a:buNone/>
            </a:pPr>
            <a:r>
              <a:rPr lang="en" sz="1400">
                <a:solidFill>
                  <a:srgbClr val="252525"/>
                </a:solidFill>
                <a:highlight>
                  <a:srgbClr val="FFFFFF"/>
                </a:highlight>
              </a:rPr>
              <a:t>x</a:t>
            </a:r>
            <a:r>
              <a:rPr b="1" lang="en" sz="1400">
                <a:solidFill>
                  <a:srgbClr val="252525"/>
                </a:solidFill>
                <a:highlight>
                  <a:srgbClr val="FFFFFF"/>
                </a:highlight>
              </a:rPr>
              <a:t> </a:t>
            </a:r>
            <a:r>
              <a:rPr lang="en" sz="1400">
                <a:solidFill>
                  <a:srgbClr val="252525"/>
                </a:solidFill>
                <a:highlight>
                  <a:srgbClr val="FFFFFF"/>
                </a:highlight>
              </a:rPr>
              <a:t>float: left/right translation, </a:t>
            </a:r>
            <a:endParaRPr sz="1400">
              <a:solidFill>
                <a:srgbClr val="252525"/>
              </a:solidFill>
              <a:highlight>
                <a:srgbClr val="FFFFFF"/>
              </a:highlight>
            </a:endParaRPr>
          </a:p>
          <a:p>
            <a:pPr indent="457200" lvl="0" marL="0" rtl="0" algn="l">
              <a:lnSpc>
                <a:spcPct val="100000"/>
              </a:lnSpc>
              <a:spcBef>
                <a:spcPts val="0"/>
              </a:spcBef>
              <a:spcAft>
                <a:spcPts val="0"/>
              </a:spcAft>
              <a:buNone/>
            </a:pPr>
            <a:r>
              <a:rPr lang="en" sz="1400">
                <a:solidFill>
                  <a:srgbClr val="252525"/>
                </a:solidFill>
                <a:highlight>
                  <a:srgbClr val="FFFFFF"/>
                </a:highlight>
              </a:rPr>
              <a:t>y float: up/down translation, </a:t>
            </a:r>
            <a:endParaRPr sz="1400">
              <a:solidFill>
                <a:srgbClr val="252525"/>
              </a:solidFill>
              <a:highlight>
                <a:srgbClr val="FFFFFF"/>
              </a:highlight>
            </a:endParaRPr>
          </a:p>
          <a:p>
            <a:pPr indent="457200" lvl="0" marL="0" rtl="0" algn="l">
              <a:lnSpc>
                <a:spcPct val="100000"/>
              </a:lnSpc>
              <a:spcBef>
                <a:spcPts val="0"/>
              </a:spcBef>
              <a:spcAft>
                <a:spcPts val="0"/>
              </a:spcAft>
              <a:buNone/>
            </a:pPr>
            <a:r>
              <a:rPr lang="en" sz="1400">
                <a:solidFill>
                  <a:srgbClr val="252525"/>
                </a:solidFill>
                <a:highlight>
                  <a:srgbClr val="FFFFFF"/>
                </a:highlight>
              </a:rPr>
              <a:t>z float: forward/backward translation </a:t>
            </a:r>
            <a:endParaRPr sz="1400">
              <a:solidFill>
                <a:srgbClr val="252525"/>
              </a:solidFill>
              <a:highlight>
                <a:srgbClr val="FFFFFF"/>
              </a:highlight>
            </a:endParaRPr>
          </a:p>
        </p:txBody>
      </p:sp>
      <p:sp>
        <p:nvSpPr>
          <p:cNvPr id="287" name="Google Shape;287;p4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rotate</a:t>
            </a:r>
            <a:endParaRPr/>
          </a:p>
        </p:txBody>
      </p:sp>
      <p:sp>
        <p:nvSpPr>
          <p:cNvPr id="293" name="Google Shape;293;p4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solidFill>
                  <a:srgbClr val="252525"/>
                </a:solidFill>
                <a:highlight>
                  <a:srgbClr val="FFFFFF"/>
                </a:highlight>
              </a:rPr>
              <a:t>Rotates the amount specified by the angle parameter. Angles must be specified in radians (values from 0 to TWO_PI), or they can be converted from degrees to radians with the radians() function. </a:t>
            </a:r>
            <a:endParaRPr sz="1400">
              <a:solidFill>
                <a:srgbClr val="252525"/>
              </a:solidFill>
              <a:highlight>
                <a:srgbClr val="FFFFFF"/>
              </a:highlight>
            </a:endParaRPr>
          </a:p>
          <a:p>
            <a:pPr indent="330200" lvl="0" marL="0" rtl="0" algn="l">
              <a:spcBef>
                <a:spcPts val="0"/>
              </a:spcBef>
              <a:spcAft>
                <a:spcPts val="0"/>
              </a:spcAft>
              <a:buClr>
                <a:schemeClr val="dk1"/>
              </a:buClr>
              <a:buSzPts val="1100"/>
              <a:buFont typeface="Arial"/>
              <a:buNone/>
            </a:pPr>
            <a:r>
              <a:t/>
            </a:r>
            <a:endParaRPr sz="1400">
              <a:solidFill>
                <a:srgbClr val="252525"/>
              </a:solidFill>
              <a:highlight>
                <a:srgbClr val="FFFFFF"/>
              </a:highlight>
            </a:endParaRPr>
          </a:p>
          <a:p>
            <a:pPr indent="0" lvl="0" marL="0" rtl="0" algn="l">
              <a:spcBef>
                <a:spcPts val="0"/>
              </a:spcBef>
              <a:spcAft>
                <a:spcPts val="0"/>
              </a:spcAft>
              <a:buClr>
                <a:schemeClr val="dk1"/>
              </a:buClr>
              <a:buSzPts val="1100"/>
              <a:buFont typeface="Arial"/>
              <a:buNone/>
            </a:pPr>
            <a:r>
              <a:rPr lang="en" sz="1400">
                <a:solidFill>
                  <a:srgbClr val="252525"/>
                </a:solidFill>
                <a:highlight>
                  <a:srgbClr val="FFFFFF"/>
                </a:highlight>
              </a:rPr>
              <a:t>The coordinates are always rotated around their relative position to the origin. Positive numbers rotate objects in a clockwise direction and negative numbers rotate in the couter clockwise direction. Transformations apply to everything that happens afterward, and subsequent calls to the function compound the effect. For example, calling rotate(PI/2.0) once and then calling rotate(PI/2.0) a second time is the same as a single rotate(PI). All transformations are reset when draw() begins again. </a:t>
            </a:r>
            <a:endParaRPr sz="1400">
              <a:solidFill>
                <a:srgbClr val="252525"/>
              </a:solidFill>
              <a:highlight>
                <a:srgbClr val="FFFFFF"/>
              </a:highlight>
            </a:endParaRPr>
          </a:p>
          <a:p>
            <a:pPr indent="0" lvl="0" marL="0" rtl="0" algn="l">
              <a:spcBef>
                <a:spcPts val="0"/>
              </a:spcBef>
              <a:spcAft>
                <a:spcPts val="0"/>
              </a:spcAft>
              <a:buNone/>
            </a:pPr>
            <a:r>
              <a:rPr lang="en" sz="1400">
                <a:solidFill>
                  <a:srgbClr val="252525"/>
                </a:solidFill>
                <a:highlight>
                  <a:srgbClr val="FFFFFF"/>
                </a:highlight>
              </a:rPr>
              <a:t>Technically, rotate() multiplies the current transformation matrix by a rotation matrix. This function can be further controlled by pushMatrix() and popMatrix().</a:t>
            </a:r>
            <a:endParaRPr sz="1400">
              <a:solidFill>
                <a:srgbClr val="252525"/>
              </a:solidFill>
              <a:highlight>
                <a:srgbClr val="FFFFFF"/>
              </a:highlight>
            </a:endParaRPr>
          </a:p>
          <a:p>
            <a:pPr indent="0" lvl="0" marL="0" rtl="0" algn="l">
              <a:lnSpc>
                <a:spcPct val="100000"/>
              </a:lnSpc>
              <a:spcBef>
                <a:spcPts val="1600"/>
              </a:spcBef>
              <a:spcAft>
                <a:spcPts val="0"/>
              </a:spcAft>
              <a:buClr>
                <a:schemeClr val="dk1"/>
              </a:buClr>
              <a:buSzPts val="1100"/>
              <a:buFont typeface="Arial"/>
              <a:buNone/>
            </a:pPr>
            <a:r>
              <a:rPr b="1" lang="en" sz="1400">
                <a:solidFill>
                  <a:srgbClr val="252525"/>
                </a:solidFill>
                <a:highlight>
                  <a:srgbClr val="FFFFFF"/>
                </a:highlight>
              </a:rPr>
              <a:t>Syntax </a:t>
            </a:r>
            <a:endParaRPr b="1" sz="1400">
              <a:solidFill>
                <a:srgbClr val="252525"/>
              </a:solidFill>
              <a:highlight>
                <a:srgbClr val="FFFFFF"/>
              </a:highlight>
            </a:endParaRPr>
          </a:p>
          <a:p>
            <a:pPr indent="457200" lvl="0" marL="0" rtl="0" algn="l">
              <a:lnSpc>
                <a:spcPct val="100000"/>
              </a:lnSpc>
              <a:spcBef>
                <a:spcPts val="0"/>
              </a:spcBef>
              <a:spcAft>
                <a:spcPts val="0"/>
              </a:spcAft>
              <a:buClr>
                <a:schemeClr val="dk1"/>
              </a:buClr>
              <a:buSzPts val="1100"/>
              <a:buFont typeface="Arial"/>
              <a:buNone/>
            </a:pPr>
            <a:r>
              <a:rPr lang="en" sz="1400">
                <a:solidFill>
                  <a:schemeClr val="dk1"/>
                </a:solidFill>
                <a:highlight>
                  <a:srgbClr val="FFFFFF"/>
                </a:highlight>
              </a:rPr>
              <a:t>rotate(angle)</a:t>
            </a:r>
            <a:endParaRPr sz="1400">
              <a:solidFill>
                <a:schemeClr val="dk1"/>
              </a:solidFill>
              <a:highlight>
                <a:srgbClr val="FFFFFF"/>
              </a:highlight>
            </a:endParaRPr>
          </a:p>
          <a:p>
            <a:pPr indent="0" lvl="0" marL="0" rtl="0" algn="l">
              <a:lnSpc>
                <a:spcPct val="100000"/>
              </a:lnSpc>
              <a:spcBef>
                <a:spcPts val="0"/>
              </a:spcBef>
              <a:spcAft>
                <a:spcPts val="0"/>
              </a:spcAft>
              <a:buClr>
                <a:schemeClr val="dk1"/>
              </a:buClr>
              <a:buSzPts val="1100"/>
              <a:buFont typeface="Arial"/>
              <a:buNone/>
            </a:pPr>
            <a:r>
              <a:rPr b="1" lang="en" sz="1400">
                <a:solidFill>
                  <a:srgbClr val="252525"/>
                </a:solidFill>
                <a:highlight>
                  <a:srgbClr val="FFFFFF"/>
                </a:highlight>
              </a:rPr>
              <a:t>Parameters </a:t>
            </a:r>
            <a:endParaRPr b="1" sz="1400">
              <a:solidFill>
                <a:srgbClr val="252525"/>
              </a:solidFill>
              <a:highlight>
                <a:srgbClr val="FFFFFF"/>
              </a:highlight>
            </a:endParaRPr>
          </a:p>
          <a:p>
            <a:pPr indent="457200" lvl="0" marL="0" rtl="0" algn="l">
              <a:lnSpc>
                <a:spcPct val="100000"/>
              </a:lnSpc>
              <a:spcBef>
                <a:spcPts val="0"/>
              </a:spcBef>
              <a:spcAft>
                <a:spcPts val="0"/>
              </a:spcAft>
              <a:buClr>
                <a:schemeClr val="dk1"/>
              </a:buClr>
              <a:buSzPts val="1100"/>
              <a:buFont typeface="Arial"/>
              <a:buNone/>
            </a:pPr>
            <a:r>
              <a:rPr lang="en" sz="1400">
                <a:solidFill>
                  <a:srgbClr val="252525"/>
                </a:solidFill>
                <a:highlight>
                  <a:srgbClr val="FFFFFF"/>
                </a:highlight>
              </a:rPr>
              <a:t>angle</a:t>
            </a:r>
            <a:r>
              <a:rPr lang="en" sz="1400">
                <a:solidFill>
                  <a:srgbClr val="000000"/>
                </a:solidFill>
                <a:highlight>
                  <a:srgbClr val="FFFFFF"/>
                </a:highlight>
              </a:rPr>
              <a:t> float: </a:t>
            </a:r>
            <a:r>
              <a:rPr lang="en" sz="1400">
                <a:solidFill>
                  <a:srgbClr val="000000"/>
                </a:solidFill>
              </a:rPr>
              <a:t>angle of rotation specified in radians</a:t>
            </a:r>
            <a:r>
              <a:rPr lang="en" sz="1400">
                <a:solidFill>
                  <a:srgbClr val="000000"/>
                </a:solidFill>
                <a:highlight>
                  <a:srgbClr val="FFFFFF"/>
                </a:highlight>
              </a:rPr>
              <a:t> </a:t>
            </a:r>
            <a:endParaRPr sz="1400">
              <a:solidFill>
                <a:srgbClr val="000000"/>
              </a:solidFill>
              <a:highlight>
                <a:srgbClr val="FFFFFF"/>
              </a:highlight>
            </a:endParaRPr>
          </a:p>
          <a:p>
            <a:pPr indent="0" lvl="0" marL="0" rtl="0" algn="l">
              <a:spcBef>
                <a:spcPts val="0"/>
              </a:spcBef>
              <a:spcAft>
                <a:spcPts val="1600"/>
              </a:spcAft>
              <a:buNone/>
            </a:pPr>
            <a:r>
              <a:t/>
            </a:r>
            <a:endParaRPr sz="1400">
              <a:solidFill>
                <a:srgbClr val="252525"/>
              </a:solidFill>
              <a:highlight>
                <a:srgbClr val="FFFFFF"/>
              </a:highlight>
            </a:endParaRPr>
          </a:p>
        </p:txBody>
      </p:sp>
      <p:sp>
        <p:nvSpPr>
          <p:cNvPr id="294" name="Google Shape;294;p4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4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scale</a:t>
            </a:r>
            <a:endParaRPr/>
          </a:p>
        </p:txBody>
      </p:sp>
      <p:sp>
        <p:nvSpPr>
          <p:cNvPr id="300" name="Google Shape;300;p4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400">
                <a:solidFill>
                  <a:srgbClr val="252525"/>
                </a:solidFill>
                <a:highlight>
                  <a:srgbClr val="FFFFFF"/>
                </a:highlight>
              </a:rPr>
              <a:t>Increases or decreases the size of a shape by expanding and contracting vertices. Objects always scale from their relative origin to the coordinate system. Scale values are specified as decimal percentages. For example, the function call scale(2.0) increases the dimension of a shape by 200%.</a:t>
            </a:r>
            <a:endParaRPr sz="1400">
              <a:solidFill>
                <a:srgbClr val="252525"/>
              </a:solidFill>
              <a:highlight>
                <a:srgbClr val="FFFFFF"/>
              </a:highlight>
            </a:endParaRPr>
          </a:p>
          <a:p>
            <a:pPr indent="0" lvl="0" marL="0" rtl="0" algn="l">
              <a:lnSpc>
                <a:spcPct val="100000"/>
              </a:lnSpc>
              <a:spcBef>
                <a:spcPts val="0"/>
              </a:spcBef>
              <a:spcAft>
                <a:spcPts val="0"/>
              </a:spcAft>
              <a:buNone/>
            </a:pPr>
            <a:r>
              <a:rPr lang="en" sz="1400">
                <a:solidFill>
                  <a:srgbClr val="252525"/>
                </a:solidFill>
                <a:highlight>
                  <a:srgbClr val="FFFFFF"/>
                </a:highlight>
              </a:rPr>
              <a:t>Transformations apply to everything that happens after and subsequent calls to the function multiply the effect. For example, calling scale(2.0) and then scale(1.5) is the same as scale(3.0). If scale() is called within draw(), the transformation is reset when the loop begins again. Using this function with the z parameter requires using P3D as a parameter for size(), as shown in the third example above. This function can be further controlled with pushMatrix() and popMatrix().</a:t>
            </a:r>
            <a:endParaRPr sz="1400">
              <a:solidFill>
                <a:srgbClr val="252525"/>
              </a:solidFill>
              <a:highlight>
                <a:srgbClr val="FFFFFF"/>
              </a:highlight>
            </a:endParaRPr>
          </a:p>
          <a:p>
            <a:pPr indent="0" lvl="0" marL="0" rtl="0" algn="l">
              <a:lnSpc>
                <a:spcPct val="100000"/>
              </a:lnSpc>
              <a:spcBef>
                <a:spcPts val="0"/>
              </a:spcBef>
              <a:spcAft>
                <a:spcPts val="0"/>
              </a:spcAft>
              <a:buNone/>
            </a:pPr>
            <a:r>
              <a:t/>
            </a:r>
            <a:endParaRPr b="1" sz="1400">
              <a:solidFill>
                <a:srgbClr val="252525"/>
              </a:solidFill>
              <a:highlight>
                <a:srgbClr val="FFFFFF"/>
              </a:highlight>
            </a:endParaRPr>
          </a:p>
          <a:p>
            <a:pPr indent="0" lvl="0" marL="0" rtl="0" algn="l">
              <a:lnSpc>
                <a:spcPct val="100000"/>
              </a:lnSpc>
              <a:spcBef>
                <a:spcPts val="0"/>
              </a:spcBef>
              <a:spcAft>
                <a:spcPts val="0"/>
              </a:spcAft>
              <a:buNone/>
            </a:pPr>
            <a:r>
              <a:rPr b="1" lang="en" sz="1400">
                <a:solidFill>
                  <a:srgbClr val="252525"/>
                </a:solidFill>
                <a:highlight>
                  <a:srgbClr val="FFFFFF"/>
                </a:highlight>
              </a:rPr>
              <a:t>Syntax</a:t>
            </a:r>
            <a:endParaRPr b="1" sz="1400">
              <a:solidFill>
                <a:srgbClr val="252525"/>
              </a:solidFill>
              <a:highlight>
                <a:srgbClr val="FFFFFF"/>
              </a:highlight>
            </a:endParaRPr>
          </a:p>
          <a:p>
            <a:pPr indent="457200" lvl="0" marL="0" rtl="0" algn="l">
              <a:lnSpc>
                <a:spcPct val="100000"/>
              </a:lnSpc>
              <a:spcBef>
                <a:spcPts val="0"/>
              </a:spcBef>
              <a:spcAft>
                <a:spcPts val="0"/>
              </a:spcAft>
              <a:buNone/>
            </a:pPr>
            <a:r>
              <a:rPr lang="en" sz="1400">
                <a:solidFill>
                  <a:srgbClr val="000000"/>
                </a:solidFill>
                <a:highlight>
                  <a:srgbClr val="FFFFFF"/>
                </a:highlight>
              </a:rPr>
              <a:t>scale(s)</a:t>
            </a:r>
            <a:br>
              <a:rPr lang="en" sz="1400">
                <a:solidFill>
                  <a:srgbClr val="000000"/>
                </a:solidFill>
                <a:highlight>
                  <a:srgbClr val="FFFFFF"/>
                </a:highlight>
              </a:rPr>
            </a:br>
            <a:r>
              <a:rPr lang="en" sz="1400">
                <a:solidFill>
                  <a:srgbClr val="000000"/>
                </a:solidFill>
                <a:highlight>
                  <a:srgbClr val="FFFFFF"/>
                </a:highlight>
              </a:rPr>
              <a:t>	scale(x, y)</a:t>
            </a:r>
            <a:br>
              <a:rPr lang="en" sz="1400">
                <a:solidFill>
                  <a:srgbClr val="000000"/>
                </a:solidFill>
                <a:highlight>
                  <a:srgbClr val="FFFFFF"/>
                </a:highlight>
              </a:rPr>
            </a:br>
            <a:r>
              <a:rPr lang="en" sz="1400">
                <a:solidFill>
                  <a:srgbClr val="000000"/>
                </a:solidFill>
                <a:highlight>
                  <a:srgbClr val="FFFFFF"/>
                </a:highlight>
              </a:rPr>
              <a:t>	scale(x, y, z)</a:t>
            </a:r>
            <a:endParaRPr sz="1400">
              <a:solidFill>
                <a:srgbClr val="000000"/>
              </a:solidFill>
              <a:highlight>
                <a:srgbClr val="FFFFFF"/>
              </a:highlight>
            </a:endParaRPr>
          </a:p>
          <a:p>
            <a:pPr indent="0" lvl="0" marL="0" rtl="0" algn="l">
              <a:lnSpc>
                <a:spcPct val="100000"/>
              </a:lnSpc>
              <a:spcBef>
                <a:spcPts val="0"/>
              </a:spcBef>
              <a:spcAft>
                <a:spcPts val="0"/>
              </a:spcAft>
              <a:buNone/>
            </a:pPr>
            <a:r>
              <a:rPr b="1" lang="en" sz="1400">
                <a:solidFill>
                  <a:srgbClr val="252525"/>
                </a:solidFill>
                <a:highlight>
                  <a:srgbClr val="FFFFFF"/>
                </a:highlight>
              </a:rPr>
              <a:t>Parameters</a:t>
            </a:r>
            <a:endParaRPr b="1" sz="1400">
              <a:solidFill>
                <a:srgbClr val="252525"/>
              </a:solidFill>
              <a:highlight>
                <a:srgbClr val="FFFFFF"/>
              </a:highlight>
            </a:endParaRPr>
          </a:p>
          <a:p>
            <a:pPr indent="0" lvl="0" marL="0" rtl="0" algn="l">
              <a:lnSpc>
                <a:spcPct val="100000"/>
              </a:lnSpc>
              <a:spcBef>
                <a:spcPts val="0"/>
              </a:spcBef>
              <a:spcAft>
                <a:spcPts val="0"/>
              </a:spcAft>
              <a:buNone/>
            </a:pPr>
            <a:r>
              <a:rPr b="1" lang="en" sz="1400">
                <a:solidFill>
                  <a:srgbClr val="252525"/>
                </a:solidFill>
                <a:highlight>
                  <a:srgbClr val="FFFFFF"/>
                </a:highlight>
              </a:rPr>
              <a:t>	</a:t>
            </a:r>
            <a:r>
              <a:rPr lang="en" sz="1400">
                <a:solidFill>
                  <a:srgbClr val="252525"/>
                </a:solidFill>
                <a:highlight>
                  <a:srgbClr val="FFFFFF"/>
                </a:highlight>
              </a:rPr>
              <a:t>s float: percentage to scale the object</a:t>
            </a:r>
            <a:endParaRPr sz="1400">
              <a:solidFill>
                <a:srgbClr val="252525"/>
              </a:solidFill>
              <a:highlight>
                <a:srgbClr val="FFFFFF"/>
              </a:highlight>
            </a:endParaRPr>
          </a:p>
          <a:p>
            <a:pPr indent="0" lvl="0" marL="0" rtl="0" algn="l">
              <a:lnSpc>
                <a:spcPct val="100000"/>
              </a:lnSpc>
              <a:spcBef>
                <a:spcPts val="0"/>
              </a:spcBef>
              <a:spcAft>
                <a:spcPts val="4500"/>
              </a:spcAft>
              <a:buNone/>
            </a:pPr>
            <a:r>
              <a:t/>
            </a:r>
            <a:endParaRPr b="1" sz="1400">
              <a:solidFill>
                <a:srgbClr val="252525"/>
              </a:solidFill>
              <a:highlight>
                <a:srgbClr val="FFFFFF"/>
              </a:highlight>
            </a:endParaRPr>
          </a:p>
        </p:txBody>
      </p:sp>
      <p:sp>
        <p:nvSpPr>
          <p:cNvPr id="301" name="Google Shape;301;p4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4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3200"/>
              <a:t>Specifics</a:t>
            </a:r>
            <a:endParaRPr/>
          </a:p>
        </p:txBody>
      </p:sp>
      <p:sp>
        <p:nvSpPr>
          <p:cNvPr id="307" name="Google Shape;307;p4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400">
                <a:solidFill>
                  <a:schemeClr val="dk1"/>
                </a:solidFill>
              </a:rPr>
              <a:t>Given a sequence of elementary transformations that together form a single complex transformation, </a:t>
            </a:r>
            <a:endParaRPr sz="1400">
              <a:solidFill>
                <a:schemeClr val="dk1"/>
              </a:solidFill>
            </a:endParaRPr>
          </a:p>
          <a:p>
            <a:pPr indent="0" lvl="0" marL="0" rtl="0" algn="l">
              <a:lnSpc>
                <a:spcPct val="100000"/>
              </a:lnSpc>
              <a:spcBef>
                <a:spcPts val="0"/>
              </a:spcBef>
              <a:spcAft>
                <a:spcPts val="0"/>
              </a:spcAft>
              <a:buNone/>
            </a:pPr>
            <a:r>
              <a:rPr lang="en" sz="1400">
                <a:solidFill>
                  <a:schemeClr val="dk1"/>
                </a:solidFill>
              </a:rPr>
              <a:t>if you change the order of the elementary transformations, you get a different complex transformation</a:t>
            </a:r>
            <a:endParaRPr sz="1400">
              <a:solidFill>
                <a:schemeClr val="dk1"/>
              </a:solidFill>
            </a:endParaRPr>
          </a:p>
          <a:p>
            <a:pPr indent="0" lvl="0" marL="0" rtl="0" algn="l">
              <a:lnSpc>
                <a:spcPct val="100000"/>
              </a:lnSpc>
              <a:spcBef>
                <a:spcPts val="0"/>
              </a:spcBef>
              <a:spcAft>
                <a:spcPts val="0"/>
              </a:spcAft>
              <a:buNone/>
            </a:pPr>
            <a:r>
              <a:t/>
            </a:r>
            <a:endParaRPr sz="1400">
              <a:solidFill>
                <a:schemeClr val="dk1"/>
              </a:solidFill>
            </a:endParaRPr>
          </a:p>
          <a:p>
            <a:pPr indent="0" lvl="0" marL="0" rtl="0" algn="l">
              <a:lnSpc>
                <a:spcPct val="100000"/>
              </a:lnSpc>
              <a:spcBef>
                <a:spcPts val="0"/>
              </a:spcBef>
              <a:spcAft>
                <a:spcPts val="0"/>
              </a:spcAft>
              <a:buNone/>
            </a:pPr>
            <a:r>
              <a:rPr lang="en" sz="1400">
                <a:solidFill>
                  <a:schemeClr val="dk1"/>
                </a:solidFill>
              </a:rPr>
              <a:t>There is typically more than one sequence of transformations that will produce the same effect, </a:t>
            </a:r>
            <a:endParaRPr sz="14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sz="1400">
                <a:solidFill>
                  <a:schemeClr val="dk1"/>
                </a:solidFill>
              </a:rPr>
              <a:t>but often one sequence is easier to create than the others.</a:t>
            </a:r>
            <a:endParaRPr sz="1400">
              <a:solidFill>
                <a:schemeClr val="dk1"/>
              </a:solidFill>
            </a:endParaRPr>
          </a:p>
          <a:p>
            <a:pPr indent="0" lvl="0" marL="0" rtl="0" algn="l">
              <a:lnSpc>
                <a:spcPct val="100000"/>
              </a:lnSpc>
              <a:spcBef>
                <a:spcPts val="0"/>
              </a:spcBef>
              <a:spcAft>
                <a:spcPts val="0"/>
              </a:spcAft>
              <a:buNone/>
            </a:pPr>
            <a:r>
              <a:t/>
            </a:r>
            <a:endParaRPr sz="1400">
              <a:solidFill>
                <a:schemeClr val="dk1"/>
              </a:solidFill>
            </a:endParaRPr>
          </a:p>
          <a:p>
            <a:pPr indent="0" lvl="0" marL="0" rtl="0" algn="l">
              <a:lnSpc>
                <a:spcPct val="100000"/>
              </a:lnSpc>
              <a:spcBef>
                <a:spcPts val="0"/>
              </a:spcBef>
              <a:spcAft>
                <a:spcPts val="0"/>
              </a:spcAft>
              <a:buNone/>
            </a:pPr>
            <a:r>
              <a:rPr lang="en" sz="1400">
                <a:solidFill>
                  <a:schemeClr val="dk1"/>
                </a:solidFill>
              </a:rPr>
              <a:t>The multiplication of the matrices is always (CT*m), not (m*CT), </a:t>
            </a:r>
            <a:endParaRPr sz="1400">
              <a:solidFill>
                <a:schemeClr val="dk1"/>
              </a:solidFill>
            </a:endParaRPr>
          </a:p>
          <a:p>
            <a:pPr indent="0" lvl="0" marL="0" rtl="0" algn="l">
              <a:lnSpc>
                <a:spcPct val="100000"/>
              </a:lnSpc>
              <a:spcBef>
                <a:spcPts val="0"/>
              </a:spcBef>
              <a:spcAft>
                <a:spcPts val="0"/>
              </a:spcAft>
              <a:buNone/>
            </a:pPr>
            <a:r>
              <a:rPr lang="en" sz="1400">
                <a:solidFill>
                  <a:schemeClr val="dk1"/>
                </a:solidFill>
              </a:rPr>
              <a:t>so the order of the function calls must be in reverse order </a:t>
            </a:r>
            <a:endParaRPr sz="14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sz="1400">
                <a:solidFill>
                  <a:schemeClr val="dk1"/>
                </a:solidFill>
              </a:rPr>
              <a:t>from the "conceptual" ordering of the transformations. </a:t>
            </a:r>
            <a:endParaRPr sz="1400">
              <a:solidFill>
                <a:schemeClr val="dk1"/>
              </a:solidFill>
            </a:endParaRPr>
          </a:p>
          <a:p>
            <a:pPr indent="0" lvl="0" marL="0" rtl="0" algn="l">
              <a:lnSpc>
                <a:spcPct val="100000"/>
              </a:lnSpc>
              <a:spcBef>
                <a:spcPts val="0"/>
              </a:spcBef>
              <a:spcAft>
                <a:spcPts val="1600"/>
              </a:spcAft>
              <a:buNone/>
            </a:pPr>
            <a:r>
              <a:t/>
            </a:r>
            <a:endParaRPr sz="1400"/>
          </a:p>
        </p:txBody>
      </p:sp>
      <p:sp>
        <p:nvSpPr>
          <p:cNvPr id="308" name="Google Shape;308;p4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9" name="Google Shape;309;p43"/>
          <p:cNvSpPr txBox="1"/>
          <p:nvPr/>
        </p:nvSpPr>
        <p:spPr>
          <a:xfrm>
            <a:off x="1860450" y="3548700"/>
            <a:ext cx="5423100" cy="681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solidFill>
                  <a:schemeClr val="dk1"/>
                </a:solidFill>
              </a:rPr>
              <a:t>always (CT*m), not (m*CT),</a:t>
            </a:r>
            <a:endParaRPr b="1" sz="24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4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3200"/>
              <a:t>Specifics</a:t>
            </a:r>
            <a:endParaRPr/>
          </a:p>
        </p:txBody>
      </p:sp>
      <p:sp>
        <p:nvSpPr>
          <p:cNvPr id="315" name="Google Shape;315;p4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400">
                <a:solidFill>
                  <a:schemeClr val="dk1"/>
                </a:solidFill>
              </a:rPr>
              <a:t>For the translate, rotate, and scale functions, </a:t>
            </a:r>
            <a:endParaRPr sz="1400">
              <a:solidFill>
                <a:schemeClr val="dk1"/>
              </a:solidFill>
            </a:endParaRPr>
          </a:p>
          <a:p>
            <a:pPr indent="0" lvl="0" marL="0" rtl="0" algn="l">
              <a:lnSpc>
                <a:spcPct val="100000"/>
              </a:lnSpc>
              <a:spcBef>
                <a:spcPts val="0"/>
              </a:spcBef>
              <a:spcAft>
                <a:spcPts val="0"/>
              </a:spcAft>
              <a:buNone/>
            </a:pPr>
            <a:r>
              <a:rPr lang="en" sz="1400">
                <a:solidFill>
                  <a:schemeClr val="dk1"/>
                </a:solidFill>
              </a:rPr>
              <a:t>each builds a 4x4 transformation matrix using the supplied arguments </a:t>
            </a:r>
            <a:endParaRPr sz="1400">
              <a:solidFill>
                <a:schemeClr val="dk1"/>
              </a:solidFill>
            </a:endParaRPr>
          </a:p>
          <a:p>
            <a:pPr indent="0" lvl="0" marL="0" rtl="0" algn="l">
              <a:lnSpc>
                <a:spcPct val="100000"/>
              </a:lnSpc>
              <a:spcBef>
                <a:spcPts val="0"/>
              </a:spcBef>
              <a:spcAft>
                <a:spcPts val="0"/>
              </a:spcAft>
              <a:buNone/>
            </a:pPr>
            <a:r>
              <a:rPr lang="en" sz="1400">
                <a:solidFill>
                  <a:schemeClr val="dk1"/>
                </a:solidFill>
              </a:rPr>
              <a:t>and then multiplies it times the CT (current transform). </a:t>
            </a:r>
            <a:endParaRPr sz="14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sz="1400">
                <a:solidFill>
                  <a:schemeClr val="dk1"/>
                </a:solidFill>
              </a:rPr>
              <a:t>For example, the translate function might look something like the following:</a:t>
            </a:r>
            <a:endParaRPr sz="1400">
              <a:solidFill>
                <a:schemeClr val="dk1"/>
              </a:solidFill>
            </a:endParaRPr>
          </a:p>
          <a:p>
            <a:pPr indent="330200" lvl="0" marL="0" rtl="0" algn="l">
              <a:lnSpc>
                <a:spcPct val="100000"/>
              </a:lnSpc>
              <a:spcBef>
                <a:spcPts val="0"/>
              </a:spcBef>
              <a:spcAft>
                <a:spcPts val="0"/>
              </a:spcAft>
              <a:buClr>
                <a:schemeClr val="dk1"/>
              </a:buClr>
              <a:buSzPts val="1100"/>
              <a:buFont typeface="Arial"/>
              <a:buNone/>
            </a:pPr>
            <a:r>
              <a:rPr lang="en" sz="1400">
                <a:solidFill>
                  <a:schemeClr val="dk1"/>
                </a:solidFill>
              </a:rPr>
              <a:t>  </a:t>
            </a:r>
            <a:endParaRPr sz="1400">
              <a:solidFill>
                <a:schemeClr val="dk1"/>
              </a:solidFill>
            </a:endParaRPr>
          </a:p>
          <a:p>
            <a:pPr indent="330200" lvl="0" marL="0" rtl="0" algn="l">
              <a:lnSpc>
                <a:spcPct val="100000"/>
              </a:lnSpc>
              <a:spcBef>
                <a:spcPts val="0"/>
              </a:spcBef>
              <a:spcAft>
                <a:spcPts val="0"/>
              </a:spcAft>
              <a:buClr>
                <a:schemeClr val="dk1"/>
              </a:buClr>
              <a:buSzPts val="1100"/>
              <a:buFont typeface="Arial"/>
              <a:buNone/>
            </a:pPr>
            <a:r>
              <a:rPr lang="en" sz="1400">
                <a:solidFill>
                  <a:schemeClr val="dk1"/>
                </a:solidFill>
              </a:rPr>
              <a:t>  void translate(float dx, float dy, float dz) { </a:t>
            </a:r>
            <a:endParaRPr sz="1400">
              <a:solidFill>
                <a:schemeClr val="dk1"/>
              </a:solidFill>
            </a:endParaRPr>
          </a:p>
          <a:p>
            <a:pPr indent="330200" lvl="0" marL="0" rtl="0" algn="l">
              <a:lnSpc>
                <a:spcPct val="100000"/>
              </a:lnSpc>
              <a:spcBef>
                <a:spcPts val="0"/>
              </a:spcBef>
              <a:spcAft>
                <a:spcPts val="0"/>
              </a:spcAft>
              <a:buClr>
                <a:schemeClr val="dk1"/>
              </a:buClr>
              <a:buSzPts val="1100"/>
              <a:buFont typeface="Arial"/>
              <a:buNone/>
            </a:pPr>
            <a:r>
              <a:rPr lang="en" sz="1400">
                <a:solidFill>
                  <a:schemeClr val="dk1"/>
                </a:solidFill>
              </a:rPr>
              <a:t>    float m[4][4] =</a:t>
            </a:r>
            <a:endParaRPr sz="1400">
              <a:solidFill>
                <a:schemeClr val="dk1"/>
              </a:solidFill>
            </a:endParaRPr>
          </a:p>
          <a:p>
            <a:pPr indent="330200" lvl="0" marL="0" rtl="0" algn="l">
              <a:lnSpc>
                <a:spcPct val="100000"/>
              </a:lnSpc>
              <a:spcBef>
                <a:spcPts val="0"/>
              </a:spcBef>
              <a:spcAft>
                <a:spcPts val="0"/>
              </a:spcAft>
              <a:buClr>
                <a:schemeClr val="dk1"/>
              </a:buClr>
              <a:buSzPts val="1100"/>
              <a:buFont typeface="Arial"/>
              <a:buNone/>
            </a:pPr>
            <a:r>
              <a:rPr lang="en" sz="1400">
                <a:solidFill>
                  <a:schemeClr val="dk1"/>
                </a:solidFill>
              </a:rPr>
              <a:t>    {{ 1.0, 0.0, 0.0, dx },</a:t>
            </a:r>
            <a:endParaRPr sz="1400">
              <a:solidFill>
                <a:schemeClr val="dk1"/>
              </a:solidFill>
            </a:endParaRPr>
          </a:p>
          <a:p>
            <a:pPr indent="330200" lvl="0" marL="0" rtl="0" algn="l">
              <a:lnSpc>
                <a:spcPct val="100000"/>
              </a:lnSpc>
              <a:spcBef>
                <a:spcPts val="0"/>
              </a:spcBef>
              <a:spcAft>
                <a:spcPts val="0"/>
              </a:spcAft>
              <a:buClr>
                <a:schemeClr val="dk1"/>
              </a:buClr>
              <a:buSzPts val="1100"/>
              <a:buFont typeface="Arial"/>
              <a:buNone/>
            </a:pPr>
            <a:r>
              <a:rPr lang="en" sz="1400">
                <a:solidFill>
                  <a:schemeClr val="dk1"/>
                </a:solidFill>
              </a:rPr>
              <a:t>     { 0.0, 1.0, 0.0, dy },</a:t>
            </a:r>
            <a:endParaRPr sz="1400">
              <a:solidFill>
                <a:schemeClr val="dk1"/>
              </a:solidFill>
            </a:endParaRPr>
          </a:p>
          <a:p>
            <a:pPr indent="330200" lvl="0" marL="0" rtl="0" algn="l">
              <a:lnSpc>
                <a:spcPct val="100000"/>
              </a:lnSpc>
              <a:spcBef>
                <a:spcPts val="0"/>
              </a:spcBef>
              <a:spcAft>
                <a:spcPts val="0"/>
              </a:spcAft>
              <a:buClr>
                <a:schemeClr val="dk1"/>
              </a:buClr>
              <a:buSzPts val="1100"/>
              <a:buFont typeface="Arial"/>
              <a:buNone/>
            </a:pPr>
            <a:r>
              <a:rPr lang="en" sz="1400">
                <a:solidFill>
                  <a:schemeClr val="dk1"/>
                </a:solidFill>
              </a:rPr>
              <a:t>     { 0.0, 0.0, 1.0, dz },</a:t>
            </a:r>
            <a:endParaRPr sz="1400">
              <a:solidFill>
                <a:schemeClr val="dk1"/>
              </a:solidFill>
            </a:endParaRPr>
          </a:p>
          <a:p>
            <a:pPr indent="330200" lvl="0" marL="0" rtl="0" algn="l">
              <a:lnSpc>
                <a:spcPct val="100000"/>
              </a:lnSpc>
              <a:spcBef>
                <a:spcPts val="0"/>
              </a:spcBef>
              <a:spcAft>
                <a:spcPts val="0"/>
              </a:spcAft>
              <a:buClr>
                <a:schemeClr val="dk1"/>
              </a:buClr>
              <a:buSzPts val="1100"/>
              <a:buFont typeface="Arial"/>
              <a:buNone/>
            </a:pPr>
            <a:r>
              <a:rPr lang="en" sz="1400">
                <a:solidFill>
                  <a:schemeClr val="dk1"/>
                </a:solidFill>
              </a:rPr>
              <a:t>     { 0.0, 0.0, 0.0, 1.0}};</a:t>
            </a:r>
            <a:endParaRPr sz="1400">
              <a:solidFill>
                <a:schemeClr val="dk1"/>
              </a:solidFill>
            </a:endParaRPr>
          </a:p>
          <a:p>
            <a:pPr indent="330200" lvl="0" marL="0" rtl="0" algn="l">
              <a:lnSpc>
                <a:spcPct val="100000"/>
              </a:lnSpc>
              <a:spcBef>
                <a:spcPts val="0"/>
              </a:spcBef>
              <a:spcAft>
                <a:spcPts val="0"/>
              </a:spcAft>
              <a:buClr>
                <a:schemeClr val="dk1"/>
              </a:buClr>
              <a:buSzPts val="1100"/>
              <a:buFont typeface="Arial"/>
              <a:buNone/>
            </a:pPr>
            <a:r>
              <a:rPr lang="en" sz="1400">
                <a:solidFill>
                  <a:schemeClr val="dk1"/>
                </a:solidFill>
              </a:rPr>
              <a:t>    CT = CT*m; // pseudocode</a:t>
            </a:r>
            <a:endParaRPr sz="1400">
              <a:solidFill>
                <a:schemeClr val="dk1"/>
              </a:solidFill>
            </a:endParaRPr>
          </a:p>
          <a:p>
            <a:pPr indent="330200" lvl="0" marL="0" rtl="0" algn="l">
              <a:lnSpc>
                <a:spcPct val="100000"/>
              </a:lnSpc>
              <a:spcBef>
                <a:spcPts val="0"/>
              </a:spcBef>
              <a:spcAft>
                <a:spcPts val="0"/>
              </a:spcAft>
              <a:buClr>
                <a:schemeClr val="dk1"/>
              </a:buClr>
              <a:buSzPts val="1100"/>
              <a:buFont typeface="Arial"/>
              <a:buNone/>
            </a:pPr>
            <a:r>
              <a:rPr lang="en" sz="1400">
                <a:solidFill>
                  <a:schemeClr val="dk1"/>
                </a:solidFill>
              </a:rPr>
              <a:t>  }</a:t>
            </a:r>
            <a:endParaRPr sz="1400">
              <a:solidFill>
                <a:schemeClr val="dk1"/>
              </a:solidFill>
            </a:endParaRPr>
          </a:p>
          <a:p>
            <a:pPr indent="0" lvl="0" marL="0" rtl="0" algn="l">
              <a:spcBef>
                <a:spcPts val="0"/>
              </a:spcBef>
              <a:spcAft>
                <a:spcPts val="1600"/>
              </a:spcAft>
              <a:buNone/>
            </a:pPr>
            <a:r>
              <a:t/>
            </a:r>
            <a:endParaRPr sz="1400"/>
          </a:p>
        </p:txBody>
      </p:sp>
      <p:sp>
        <p:nvSpPr>
          <p:cNvPr id="316" name="Google Shape;316;p4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4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200"/>
              <a:t>Matrix Stack</a:t>
            </a:r>
            <a:endParaRPr/>
          </a:p>
        </p:txBody>
      </p:sp>
      <p:sp>
        <p:nvSpPr>
          <p:cNvPr id="322" name="Google Shape;322;p4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1400">
                <a:solidFill>
                  <a:schemeClr val="dk1"/>
                </a:solidFill>
              </a:rPr>
              <a:t>Problem : Matrix multiplication is computationally expensive.</a:t>
            </a:r>
            <a:endParaRPr sz="1400">
              <a:solidFill>
                <a:schemeClr val="dk1"/>
              </a:solidFill>
            </a:endParaRPr>
          </a:p>
          <a:p>
            <a:pPr indent="330200" lvl="0" marL="0" rtl="0" algn="l">
              <a:lnSpc>
                <a:spcPct val="100000"/>
              </a:lnSpc>
              <a:spcBef>
                <a:spcPts val="0"/>
              </a:spcBef>
              <a:spcAft>
                <a:spcPts val="0"/>
              </a:spcAft>
              <a:buClr>
                <a:schemeClr val="dk1"/>
              </a:buClr>
              <a:buSzPts val="1100"/>
              <a:buFont typeface="Arial"/>
              <a:buNone/>
            </a:pPr>
            <a:r>
              <a:rPr lang="en" sz="1400">
                <a:solidFill>
                  <a:schemeClr val="dk1"/>
                </a:solidFill>
              </a:rPr>
              <a:t>  The multiplication of two 4x4 matrices requires 64 multiples and 48 additions</a:t>
            </a:r>
            <a:endParaRPr sz="1400">
              <a:solidFill>
                <a:schemeClr val="dk1"/>
              </a:solidFill>
            </a:endParaRPr>
          </a:p>
          <a:p>
            <a:pPr indent="330200" lvl="0" marL="0" rtl="0" algn="l">
              <a:lnSpc>
                <a:spcPct val="100000"/>
              </a:lnSpc>
              <a:spcBef>
                <a:spcPts val="0"/>
              </a:spcBef>
              <a:spcAft>
                <a:spcPts val="0"/>
              </a:spcAft>
              <a:buClr>
                <a:schemeClr val="dk1"/>
              </a:buClr>
              <a:buSzPts val="1100"/>
              <a:buFont typeface="Arial"/>
              <a:buNone/>
            </a:pPr>
            <a:r>
              <a:t/>
            </a:r>
            <a:endParaRPr sz="14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sz="1400">
                <a:solidFill>
                  <a:schemeClr val="dk1"/>
                </a:solidFill>
              </a:rPr>
              <a:t>Solution : Avoid duplicate matrix multiplication by saving transformations that will be needed again.</a:t>
            </a:r>
            <a:endParaRPr sz="1400">
              <a:solidFill>
                <a:schemeClr val="dk1"/>
              </a:solidFill>
            </a:endParaRPr>
          </a:p>
          <a:p>
            <a:pPr indent="330200" lvl="0" marL="0" rtl="0" algn="l">
              <a:lnSpc>
                <a:spcPct val="100000"/>
              </a:lnSpc>
              <a:spcBef>
                <a:spcPts val="0"/>
              </a:spcBef>
              <a:spcAft>
                <a:spcPts val="0"/>
              </a:spcAft>
              <a:buClr>
                <a:schemeClr val="dk1"/>
              </a:buClr>
              <a:buSzPts val="1100"/>
              <a:buFont typeface="Arial"/>
              <a:buNone/>
            </a:pPr>
            <a:r>
              <a:rPr lang="en" sz="1400">
                <a:solidFill>
                  <a:schemeClr val="dk1"/>
                </a:solidFill>
              </a:rPr>
              <a:t>  A stack is a good way to store a series of transformations for later use</a:t>
            </a:r>
            <a:endParaRPr sz="1400">
              <a:solidFill>
                <a:schemeClr val="dk1"/>
              </a:solidFill>
            </a:endParaRPr>
          </a:p>
          <a:p>
            <a:pPr indent="0" lvl="0" marL="0" rtl="0" algn="l">
              <a:spcBef>
                <a:spcPts val="0"/>
              </a:spcBef>
              <a:spcAft>
                <a:spcPts val="1600"/>
              </a:spcAft>
              <a:buNone/>
            </a:pPr>
            <a:r>
              <a:t/>
            </a:r>
            <a:endParaRPr sz="1400"/>
          </a:p>
        </p:txBody>
      </p:sp>
      <p:sp>
        <p:nvSpPr>
          <p:cNvPr id="323" name="Google Shape;323;p4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200"/>
              <a:t>OpenGL implementation</a:t>
            </a:r>
            <a:endParaRPr/>
          </a:p>
        </p:txBody>
      </p:sp>
      <p:sp>
        <p:nvSpPr>
          <p:cNvPr id="329" name="Google Shape;329;p4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400">
                <a:solidFill>
                  <a:schemeClr val="dk1"/>
                </a:solidFill>
              </a:rPr>
              <a:t>OpenGL maintains a stack that can hold a minimum of 32 matrices. </a:t>
            </a:r>
            <a:endParaRPr sz="1400">
              <a:solidFill>
                <a:schemeClr val="dk1"/>
              </a:solidFill>
            </a:endParaRPr>
          </a:p>
          <a:p>
            <a:pPr indent="0" lvl="0" marL="0" rtl="0" algn="l">
              <a:lnSpc>
                <a:spcPct val="100000"/>
              </a:lnSpc>
              <a:spcBef>
                <a:spcPts val="0"/>
              </a:spcBef>
              <a:spcAft>
                <a:spcPts val="0"/>
              </a:spcAft>
              <a:buNone/>
            </a:pPr>
            <a:r>
              <a:rPr lang="en" sz="1400">
                <a:solidFill>
                  <a:schemeClr val="dk1"/>
                </a:solidFill>
              </a:rPr>
              <a:t>The matrix at the top of the stack is always the CT (Current Transform)</a:t>
            </a:r>
            <a:endParaRPr sz="14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4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sz="1400">
                <a:solidFill>
                  <a:schemeClr val="dk1"/>
                </a:solidFill>
              </a:rPr>
              <a:t>The following two commands manipulate the matrix stack:</a:t>
            </a:r>
            <a:endParaRPr sz="1400">
              <a:solidFill>
                <a:schemeClr val="dk1"/>
              </a:solidFill>
            </a:endParaRPr>
          </a:p>
          <a:p>
            <a:pPr indent="330200" lvl="0" marL="0" rtl="0" algn="l">
              <a:lnSpc>
                <a:spcPct val="100000"/>
              </a:lnSpc>
              <a:spcBef>
                <a:spcPts val="0"/>
              </a:spcBef>
              <a:spcAft>
                <a:spcPts val="0"/>
              </a:spcAft>
              <a:buClr>
                <a:schemeClr val="dk1"/>
              </a:buClr>
              <a:buSzPts val="1100"/>
              <a:buFont typeface="Arial"/>
              <a:buNone/>
            </a:pPr>
            <a:r>
              <a:rPr lang="en" sz="1400">
                <a:solidFill>
                  <a:schemeClr val="dk1"/>
                </a:solidFill>
              </a:rPr>
              <a:t>  pushMatrix();</a:t>
            </a:r>
            <a:endParaRPr sz="1400">
              <a:solidFill>
                <a:schemeClr val="dk1"/>
              </a:solidFill>
            </a:endParaRPr>
          </a:p>
          <a:p>
            <a:pPr indent="330200" lvl="0" marL="0" rtl="0" algn="l">
              <a:lnSpc>
                <a:spcPct val="100000"/>
              </a:lnSpc>
              <a:spcBef>
                <a:spcPts val="0"/>
              </a:spcBef>
              <a:spcAft>
                <a:spcPts val="0"/>
              </a:spcAft>
              <a:buClr>
                <a:schemeClr val="dk1"/>
              </a:buClr>
              <a:buSzPts val="1100"/>
              <a:buFont typeface="Arial"/>
              <a:buNone/>
            </a:pPr>
            <a:r>
              <a:rPr lang="en" sz="1400">
                <a:solidFill>
                  <a:schemeClr val="dk1"/>
                </a:solidFill>
              </a:rPr>
              <a:t>  popMatrix();</a:t>
            </a:r>
            <a:endParaRPr sz="1400">
              <a:solidFill>
                <a:schemeClr val="dk1"/>
              </a:solidFill>
            </a:endParaRPr>
          </a:p>
          <a:p>
            <a:pPr indent="0" lvl="0" marL="0" rtl="0" algn="l">
              <a:spcBef>
                <a:spcPts val="0"/>
              </a:spcBef>
              <a:spcAft>
                <a:spcPts val="1600"/>
              </a:spcAft>
              <a:buNone/>
            </a:pPr>
            <a:r>
              <a:t/>
            </a:r>
            <a:endParaRPr sz="1400"/>
          </a:p>
        </p:txBody>
      </p:sp>
      <p:sp>
        <p:nvSpPr>
          <p:cNvPr id="330" name="Google Shape;330;p4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331" name="Google Shape;331;p46"/>
          <p:cNvPicPr preferRelativeResize="0"/>
          <p:nvPr/>
        </p:nvPicPr>
        <p:blipFill>
          <a:blip r:embed="rId3">
            <a:alphaModFix/>
          </a:blip>
          <a:stretch>
            <a:fillRect/>
          </a:stretch>
        </p:blipFill>
        <p:spPr>
          <a:xfrm>
            <a:off x="3195638" y="2409825"/>
            <a:ext cx="2752725" cy="18478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4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200"/>
              <a:t>OpenGL implementation</a:t>
            </a:r>
            <a:endParaRPr/>
          </a:p>
        </p:txBody>
      </p:sp>
      <p:sp>
        <p:nvSpPr>
          <p:cNvPr id="337" name="Google Shape;337;p4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1400">
                <a:solidFill>
                  <a:schemeClr val="dk1"/>
                </a:solidFill>
              </a:rPr>
              <a:t>Assuming that the stack is implemented as an array, these two functions look like the following pseudocode:</a:t>
            </a:r>
            <a:endParaRPr sz="1400">
              <a:solidFill>
                <a:schemeClr val="dk1"/>
              </a:solidFill>
            </a:endParaRPr>
          </a:p>
          <a:p>
            <a:pPr indent="330200" lvl="0" marL="0" rtl="0" algn="l">
              <a:lnSpc>
                <a:spcPct val="100000"/>
              </a:lnSpc>
              <a:spcBef>
                <a:spcPts val="0"/>
              </a:spcBef>
              <a:spcAft>
                <a:spcPts val="0"/>
              </a:spcAft>
              <a:buClr>
                <a:schemeClr val="dk1"/>
              </a:buClr>
              <a:buSzPts val="1100"/>
              <a:buFont typeface="Arial"/>
              <a:buNone/>
            </a:pPr>
            <a:r>
              <a:rPr lang="en" sz="1400">
                <a:solidFill>
                  <a:schemeClr val="dk1"/>
                </a:solidFill>
              </a:rPr>
              <a:t>  // The stack begins with an Identity matrix on top</a:t>
            </a:r>
            <a:endParaRPr sz="1400">
              <a:solidFill>
                <a:schemeClr val="dk1"/>
              </a:solidFill>
            </a:endParaRPr>
          </a:p>
          <a:p>
            <a:pPr indent="330200" lvl="0" marL="0" rtl="0" algn="l">
              <a:lnSpc>
                <a:spcPct val="100000"/>
              </a:lnSpc>
              <a:spcBef>
                <a:spcPts val="0"/>
              </a:spcBef>
              <a:spcAft>
                <a:spcPts val="0"/>
              </a:spcAft>
              <a:buClr>
                <a:schemeClr val="dk1"/>
              </a:buClr>
              <a:buSzPts val="1100"/>
              <a:buFont typeface="Arial"/>
              <a:buNone/>
            </a:pPr>
            <a:r>
              <a:rPr lang="en" sz="1400">
                <a:solidFill>
                  <a:schemeClr val="dk1"/>
                </a:solidFill>
              </a:rPr>
              <a:t>  int stackTop = 1;</a:t>
            </a:r>
            <a:endParaRPr sz="1400">
              <a:solidFill>
                <a:schemeClr val="dk1"/>
              </a:solidFill>
            </a:endParaRPr>
          </a:p>
          <a:p>
            <a:pPr indent="330200" lvl="0" marL="0" rtl="0" algn="l">
              <a:lnSpc>
                <a:spcPct val="100000"/>
              </a:lnSpc>
              <a:spcBef>
                <a:spcPts val="0"/>
              </a:spcBef>
              <a:spcAft>
                <a:spcPts val="0"/>
              </a:spcAft>
              <a:buClr>
                <a:schemeClr val="dk1"/>
              </a:buClr>
              <a:buSzPts val="1100"/>
              <a:buFont typeface="Arial"/>
              <a:buNone/>
            </a:pPr>
            <a:r>
              <a:rPr lang="en" sz="1400">
                <a:solidFill>
                  <a:schemeClr val="dk1"/>
                </a:solidFill>
              </a:rPr>
              <a:t>  Matrix4x4   Identity = {{1, 0, 0, 0},{0, 1, 0, 0},{0, 0, 1, 0},{0, 0, 0, 1}};</a:t>
            </a:r>
            <a:endParaRPr sz="1400">
              <a:solidFill>
                <a:schemeClr val="dk1"/>
              </a:solidFill>
            </a:endParaRPr>
          </a:p>
          <a:p>
            <a:pPr indent="330200" lvl="0" marL="0" rtl="0" algn="l">
              <a:lnSpc>
                <a:spcPct val="100000"/>
              </a:lnSpc>
              <a:spcBef>
                <a:spcPts val="0"/>
              </a:spcBef>
              <a:spcAft>
                <a:spcPts val="0"/>
              </a:spcAft>
              <a:buClr>
                <a:schemeClr val="dk1"/>
              </a:buClr>
              <a:buSzPts val="1100"/>
              <a:buFont typeface="Arial"/>
              <a:buNone/>
            </a:pPr>
            <a:r>
              <a:rPr lang="en" sz="1400">
                <a:solidFill>
                  <a:schemeClr val="dk1"/>
                </a:solidFill>
              </a:rPr>
              <a:t>  Matrix4x4    MatrixStack[32] = {Identity, {0}};</a:t>
            </a:r>
            <a:endParaRPr sz="1400">
              <a:solidFill>
                <a:schemeClr val="dk1"/>
              </a:solidFill>
            </a:endParaRPr>
          </a:p>
          <a:p>
            <a:pPr indent="330200" lvl="0" marL="0" rtl="0" algn="l">
              <a:lnSpc>
                <a:spcPct val="100000"/>
              </a:lnSpc>
              <a:spcBef>
                <a:spcPts val="0"/>
              </a:spcBef>
              <a:spcAft>
                <a:spcPts val="0"/>
              </a:spcAft>
              <a:buClr>
                <a:schemeClr val="dk1"/>
              </a:buClr>
              <a:buSzPts val="1100"/>
              <a:buFont typeface="Arial"/>
              <a:buNone/>
            </a:pPr>
            <a:r>
              <a:t/>
            </a:r>
            <a:endParaRPr sz="1400">
              <a:solidFill>
                <a:schemeClr val="dk1"/>
              </a:solidFill>
            </a:endParaRPr>
          </a:p>
          <a:p>
            <a:pPr indent="330200" lvl="0" marL="0" rtl="0" algn="l">
              <a:lnSpc>
                <a:spcPct val="100000"/>
              </a:lnSpc>
              <a:spcBef>
                <a:spcPts val="0"/>
              </a:spcBef>
              <a:spcAft>
                <a:spcPts val="0"/>
              </a:spcAft>
              <a:buClr>
                <a:schemeClr val="dk1"/>
              </a:buClr>
              <a:buSzPts val="1100"/>
              <a:buFont typeface="Arial"/>
              <a:buNone/>
            </a:pPr>
            <a:r>
              <a:rPr lang="en" sz="1400">
                <a:solidFill>
                  <a:schemeClr val="dk1"/>
                </a:solidFill>
              </a:rPr>
              <a:t>  void pushMatrix(void) {</a:t>
            </a:r>
            <a:endParaRPr sz="1400">
              <a:solidFill>
                <a:schemeClr val="dk1"/>
              </a:solidFill>
            </a:endParaRPr>
          </a:p>
          <a:p>
            <a:pPr indent="330200" lvl="0" marL="0" rtl="0" algn="l">
              <a:lnSpc>
                <a:spcPct val="100000"/>
              </a:lnSpc>
              <a:spcBef>
                <a:spcPts val="0"/>
              </a:spcBef>
              <a:spcAft>
                <a:spcPts val="0"/>
              </a:spcAft>
              <a:buClr>
                <a:schemeClr val="dk1"/>
              </a:buClr>
              <a:buSzPts val="1100"/>
              <a:buFont typeface="Arial"/>
              <a:buNone/>
            </a:pPr>
            <a:r>
              <a:rPr lang="en" sz="1400">
                <a:solidFill>
                  <a:schemeClr val="dk1"/>
                </a:solidFill>
              </a:rPr>
              <a:t>    MatrixStack[stackTop] = MatrixStack[stackTop-1];</a:t>
            </a:r>
            <a:endParaRPr sz="1400">
              <a:solidFill>
                <a:schemeClr val="dk1"/>
              </a:solidFill>
            </a:endParaRPr>
          </a:p>
          <a:p>
            <a:pPr indent="330200" lvl="0" marL="0" rtl="0" algn="l">
              <a:lnSpc>
                <a:spcPct val="100000"/>
              </a:lnSpc>
              <a:spcBef>
                <a:spcPts val="0"/>
              </a:spcBef>
              <a:spcAft>
                <a:spcPts val="0"/>
              </a:spcAft>
              <a:buClr>
                <a:schemeClr val="dk1"/>
              </a:buClr>
              <a:buSzPts val="1100"/>
              <a:buFont typeface="Arial"/>
              <a:buNone/>
            </a:pPr>
            <a:r>
              <a:rPr lang="en" sz="1400">
                <a:solidFill>
                  <a:schemeClr val="dk1"/>
                </a:solidFill>
              </a:rPr>
              <a:t>    stackTop++;</a:t>
            </a:r>
            <a:endParaRPr sz="1400">
              <a:solidFill>
                <a:schemeClr val="dk1"/>
              </a:solidFill>
            </a:endParaRPr>
          </a:p>
          <a:p>
            <a:pPr indent="330200" lvl="0" marL="0" rtl="0" algn="l">
              <a:lnSpc>
                <a:spcPct val="100000"/>
              </a:lnSpc>
              <a:spcBef>
                <a:spcPts val="0"/>
              </a:spcBef>
              <a:spcAft>
                <a:spcPts val="0"/>
              </a:spcAft>
              <a:buClr>
                <a:schemeClr val="dk1"/>
              </a:buClr>
              <a:buSzPts val="1100"/>
              <a:buFont typeface="Arial"/>
              <a:buNone/>
            </a:pPr>
            <a:r>
              <a:rPr lang="en" sz="1400">
                <a:solidFill>
                  <a:schemeClr val="dk1"/>
                </a:solidFill>
              </a:rPr>
              <a:t>  } </a:t>
            </a:r>
            <a:endParaRPr sz="1400">
              <a:solidFill>
                <a:schemeClr val="dk1"/>
              </a:solidFill>
            </a:endParaRPr>
          </a:p>
          <a:p>
            <a:pPr indent="330200" lvl="0" marL="0" rtl="0" algn="l">
              <a:lnSpc>
                <a:spcPct val="100000"/>
              </a:lnSpc>
              <a:spcBef>
                <a:spcPts val="0"/>
              </a:spcBef>
              <a:spcAft>
                <a:spcPts val="0"/>
              </a:spcAft>
              <a:buClr>
                <a:schemeClr val="dk1"/>
              </a:buClr>
              <a:buSzPts val="1100"/>
              <a:buFont typeface="Arial"/>
              <a:buNone/>
            </a:pPr>
            <a:r>
              <a:t/>
            </a:r>
            <a:endParaRPr sz="1400">
              <a:solidFill>
                <a:schemeClr val="dk1"/>
              </a:solidFill>
            </a:endParaRPr>
          </a:p>
          <a:p>
            <a:pPr indent="330200" lvl="0" marL="0" rtl="0" algn="l">
              <a:lnSpc>
                <a:spcPct val="100000"/>
              </a:lnSpc>
              <a:spcBef>
                <a:spcPts val="0"/>
              </a:spcBef>
              <a:spcAft>
                <a:spcPts val="0"/>
              </a:spcAft>
              <a:buClr>
                <a:schemeClr val="dk1"/>
              </a:buClr>
              <a:buSzPts val="1100"/>
              <a:buFont typeface="Arial"/>
              <a:buNone/>
            </a:pPr>
            <a:r>
              <a:rPr lang="en" sz="1400">
                <a:solidFill>
                  <a:schemeClr val="dk1"/>
                </a:solidFill>
              </a:rPr>
              <a:t>  void popMatrix(void) {</a:t>
            </a:r>
            <a:endParaRPr sz="1400">
              <a:solidFill>
                <a:schemeClr val="dk1"/>
              </a:solidFill>
            </a:endParaRPr>
          </a:p>
          <a:p>
            <a:pPr indent="330200" lvl="0" marL="0" rtl="0" algn="l">
              <a:lnSpc>
                <a:spcPct val="100000"/>
              </a:lnSpc>
              <a:spcBef>
                <a:spcPts val="0"/>
              </a:spcBef>
              <a:spcAft>
                <a:spcPts val="0"/>
              </a:spcAft>
              <a:buClr>
                <a:schemeClr val="dk1"/>
              </a:buClr>
              <a:buSzPts val="1100"/>
              <a:buFont typeface="Arial"/>
              <a:buNone/>
            </a:pPr>
            <a:r>
              <a:rPr lang="en" sz="1400">
                <a:solidFill>
                  <a:schemeClr val="dk1"/>
                </a:solidFill>
              </a:rPr>
              <a:t>    stackTop--;</a:t>
            </a:r>
            <a:endParaRPr sz="1400">
              <a:solidFill>
                <a:schemeClr val="dk1"/>
              </a:solidFill>
            </a:endParaRPr>
          </a:p>
          <a:p>
            <a:pPr indent="330200" lvl="0" marL="0" rtl="0" algn="l">
              <a:lnSpc>
                <a:spcPct val="100000"/>
              </a:lnSpc>
              <a:spcBef>
                <a:spcPts val="0"/>
              </a:spcBef>
              <a:spcAft>
                <a:spcPts val="0"/>
              </a:spcAft>
              <a:buClr>
                <a:schemeClr val="dk1"/>
              </a:buClr>
              <a:buSzPts val="1100"/>
              <a:buFont typeface="Arial"/>
              <a:buNone/>
            </a:pPr>
            <a:r>
              <a:rPr lang="en" sz="1400">
                <a:solidFill>
                  <a:schemeClr val="dk1"/>
                </a:solidFill>
              </a:rPr>
              <a:t>  }</a:t>
            </a:r>
            <a:endParaRPr sz="1400">
              <a:solidFill>
                <a:schemeClr val="dk1"/>
              </a:solidFill>
            </a:endParaRPr>
          </a:p>
          <a:p>
            <a:pPr indent="330200" lvl="0" marL="0" rtl="0" algn="l">
              <a:lnSpc>
                <a:spcPct val="100000"/>
              </a:lnSpc>
              <a:spcBef>
                <a:spcPts val="0"/>
              </a:spcBef>
              <a:spcAft>
                <a:spcPts val="0"/>
              </a:spcAft>
              <a:buClr>
                <a:schemeClr val="dk1"/>
              </a:buClr>
              <a:buSzPts val="1100"/>
              <a:buFont typeface="Arial"/>
              <a:buNone/>
            </a:pPr>
            <a:r>
              <a:rPr lang="en" sz="1400">
                <a:solidFill>
                  <a:schemeClr val="dk1"/>
                </a:solidFill>
              </a:rPr>
              <a:t>   // The CT (current transform) is always MatrixStack[stacktop-1]</a:t>
            </a:r>
            <a:endParaRPr sz="1400">
              <a:solidFill>
                <a:schemeClr val="dk1"/>
              </a:solidFill>
            </a:endParaRPr>
          </a:p>
          <a:p>
            <a:pPr indent="0" lvl="0" marL="0" rtl="0" algn="l">
              <a:lnSpc>
                <a:spcPct val="100000"/>
              </a:lnSpc>
              <a:spcBef>
                <a:spcPts val="0"/>
              </a:spcBef>
              <a:spcAft>
                <a:spcPts val="1600"/>
              </a:spcAft>
              <a:buNone/>
            </a:pPr>
            <a:r>
              <a:t/>
            </a:r>
            <a:endParaRPr/>
          </a:p>
        </p:txBody>
      </p:sp>
      <p:sp>
        <p:nvSpPr>
          <p:cNvPr id="338" name="Google Shape;338;p4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4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Matrix Stack</a:t>
            </a:r>
            <a:endParaRPr/>
          </a:p>
        </p:txBody>
      </p:sp>
      <p:sp>
        <p:nvSpPr>
          <p:cNvPr id="344" name="Google Shape;344;p4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345" name="Google Shape;345;p48"/>
          <p:cNvGraphicFramePr/>
          <p:nvPr/>
        </p:nvGraphicFramePr>
        <p:xfrm>
          <a:off x="311700" y="1152475"/>
          <a:ext cx="3000000" cy="3000000"/>
        </p:xfrm>
        <a:graphic>
          <a:graphicData uri="http://schemas.openxmlformats.org/drawingml/2006/table">
            <a:tbl>
              <a:tblPr>
                <a:noFill/>
                <a:tableStyleId>{53252C98-EEF9-44D1-A178-46136075C6EC}</a:tableStyleId>
              </a:tblPr>
              <a:tblGrid>
                <a:gridCol w="1701175"/>
                <a:gridCol w="1701175"/>
                <a:gridCol w="1701175"/>
              </a:tblGrid>
              <a:tr h="203400">
                <a:tc>
                  <a:txBody>
                    <a:bodyPr/>
                    <a:lstStyle/>
                    <a:p>
                      <a:pPr indent="0" lvl="0" marL="0" rtl="0" algn="l">
                        <a:spcBef>
                          <a:spcPts val="0"/>
                        </a:spcBef>
                        <a:spcAft>
                          <a:spcPts val="0"/>
                        </a:spcAft>
                        <a:buNone/>
                      </a:pPr>
                      <a:r>
                        <a:rPr lang="en" sz="1200"/>
                        <a:t>Statements</a:t>
                      </a:r>
                      <a:endParaRPr sz="1200"/>
                    </a:p>
                  </a:txBody>
                  <a:tcPr marT="91425" marB="91425" marR="91425" marL="91425"/>
                </a:tc>
                <a:tc>
                  <a:txBody>
                    <a:bodyPr/>
                    <a:lstStyle/>
                    <a:p>
                      <a:pPr indent="0" lvl="0" marL="0" rtl="0" algn="l">
                        <a:spcBef>
                          <a:spcPts val="0"/>
                        </a:spcBef>
                        <a:spcAft>
                          <a:spcPts val="0"/>
                        </a:spcAft>
                        <a:buNone/>
                      </a:pPr>
                      <a:r>
                        <a:rPr lang="en" sz="1200"/>
                        <a:t>stack[0]</a:t>
                      </a:r>
                      <a:endParaRPr sz="1200"/>
                    </a:p>
                  </a:txBody>
                  <a:tcPr marT="91425" marB="91425" marR="91425" marL="91425"/>
                </a:tc>
                <a:tc>
                  <a:txBody>
                    <a:bodyPr/>
                    <a:lstStyle/>
                    <a:p>
                      <a:pPr indent="0" lvl="0" marL="0" rtl="0" algn="l">
                        <a:spcBef>
                          <a:spcPts val="0"/>
                        </a:spcBef>
                        <a:spcAft>
                          <a:spcPts val="0"/>
                        </a:spcAft>
                        <a:buNone/>
                      </a:pPr>
                      <a:r>
                        <a:rPr lang="en" sz="1200"/>
                        <a:t>stack[1]</a:t>
                      </a:r>
                      <a:endParaRPr sz="1200"/>
                    </a:p>
                  </a:txBody>
                  <a:tcPr marT="91425" marB="91425" marR="91425" marL="91425"/>
                </a:tc>
              </a:tr>
              <a:tr h="203400">
                <a:tc>
                  <a:txBody>
                    <a:bodyPr/>
                    <a:lstStyle/>
                    <a:p>
                      <a:pPr indent="0" lvl="0" marL="0" rtl="0" algn="l">
                        <a:spcBef>
                          <a:spcPts val="0"/>
                        </a:spcBef>
                        <a:spcAft>
                          <a:spcPts val="0"/>
                        </a:spcAft>
                        <a:buNone/>
                      </a:pPr>
                      <a:r>
                        <a:rPr lang="en" sz="1200">
                          <a:solidFill>
                            <a:srgbClr val="B7B7B7"/>
                          </a:solidFill>
                        </a:rPr>
                        <a:t>resetMatrix()</a:t>
                      </a:r>
                      <a:endParaRPr sz="1200">
                        <a:solidFill>
                          <a:srgbClr val="B7B7B7"/>
                        </a:solidFill>
                      </a:endParaRPr>
                    </a:p>
                    <a:p>
                      <a:pPr indent="0" lvl="0" marL="0" rtl="0" algn="l">
                        <a:spcBef>
                          <a:spcPts val="0"/>
                        </a:spcBef>
                        <a:spcAft>
                          <a:spcPts val="0"/>
                        </a:spcAft>
                        <a:buClr>
                          <a:schemeClr val="dk1"/>
                        </a:buClr>
                        <a:buSzPts val="1100"/>
                        <a:buFont typeface="Arial"/>
                        <a:buNone/>
                      </a:pPr>
                      <a:r>
                        <a:rPr lang="en" sz="1200"/>
                        <a:t>background(200);</a:t>
                      </a:r>
                      <a:endParaRPr sz="1200"/>
                    </a:p>
                    <a:p>
                      <a:pPr indent="0" lvl="0" marL="0" rtl="0" algn="l">
                        <a:spcBef>
                          <a:spcPts val="0"/>
                        </a:spcBef>
                        <a:spcAft>
                          <a:spcPts val="0"/>
                        </a:spcAft>
                        <a:buClr>
                          <a:schemeClr val="dk1"/>
                        </a:buClr>
                        <a:buSzPts val="1100"/>
                        <a:buFont typeface="Arial"/>
                        <a:buNone/>
                      </a:pPr>
                      <a:r>
                        <a:rPr lang="en" sz="1200"/>
                        <a:t>drawAxis(100);</a:t>
                      </a:r>
                      <a:endParaRPr sz="1200"/>
                    </a:p>
                    <a:p>
                      <a:pPr indent="0" lvl="0" marL="0" rtl="0" algn="l">
                        <a:spcBef>
                          <a:spcPts val="0"/>
                        </a:spcBef>
                        <a:spcAft>
                          <a:spcPts val="0"/>
                        </a:spcAft>
                        <a:buClr>
                          <a:schemeClr val="dk1"/>
                        </a:buClr>
                        <a:buSzPts val="1100"/>
                        <a:buFont typeface="Arial"/>
                        <a:buNone/>
                      </a:pPr>
                      <a:r>
                        <a:t/>
                      </a:r>
                      <a:endParaRPr sz="1200"/>
                    </a:p>
                    <a:p>
                      <a:pPr indent="0" lvl="0" marL="0" rtl="0" algn="l">
                        <a:spcBef>
                          <a:spcPts val="0"/>
                        </a:spcBef>
                        <a:spcAft>
                          <a:spcPts val="0"/>
                        </a:spcAft>
                        <a:buClr>
                          <a:schemeClr val="dk1"/>
                        </a:buClr>
                        <a:buSzPts val="1100"/>
                        <a:buFont typeface="Arial"/>
                        <a:buNone/>
                      </a:pPr>
                      <a:r>
                        <a:rPr lang="en" sz="1200"/>
                        <a:t>translate(300, 300);</a:t>
                      </a:r>
                      <a:endParaRPr sz="1200"/>
                    </a:p>
                    <a:p>
                      <a:pPr indent="0" lvl="0" marL="0" rtl="0" algn="l">
                        <a:spcBef>
                          <a:spcPts val="0"/>
                        </a:spcBef>
                        <a:spcAft>
                          <a:spcPts val="0"/>
                        </a:spcAft>
                        <a:buClr>
                          <a:schemeClr val="dk1"/>
                        </a:buClr>
                        <a:buSzPts val="1100"/>
                        <a:buFont typeface="Arial"/>
                        <a:buNone/>
                      </a:pPr>
                      <a:r>
                        <a:rPr lang="en" sz="1200"/>
                        <a:t>rotate(theta);</a:t>
                      </a:r>
                      <a:endParaRPr sz="1200"/>
                    </a:p>
                    <a:p>
                      <a:pPr indent="0" lvl="0" marL="0" rtl="0" algn="l">
                        <a:spcBef>
                          <a:spcPts val="0"/>
                        </a:spcBef>
                        <a:spcAft>
                          <a:spcPts val="0"/>
                        </a:spcAft>
                        <a:buClr>
                          <a:schemeClr val="dk1"/>
                        </a:buClr>
                        <a:buSzPts val="1100"/>
                        <a:buFont typeface="Arial"/>
                        <a:buNone/>
                      </a:pPr>
                      <a:r>
                        <a:rPr lang="en" sz="1200"/>
                        <a:t>fill(0, 255, 0);</a:t>
                      </a:r>
                      <a:endParaRPr sz="1200"/>
                    </a:p>
                    <a:p>
                      <a:pPr indent="0" lvl="0" marL="0" rtl="0" algn="l">
                        <a:spcBef>
                          <a:spcPts val="0"/>
                        </a:spcBef>
                        <a:spcAft>
                          <a:spcPts val="0"/>
                        </a:spcAft>
                        <a:buClr>
                          <a:schemeClr val="dk1"/>
                        </a:buClr>
                        <a:buSzPts val="1100"/>
                        <a:buFont typeface="Arial"/>
                        <a:buNone/>
                      </a:pPr>
                      <a:r>
                        <a:rPr lang="en" sz="1200"/>
                        <a:t>rect(0, 0, 100, 100);</a:t>
                      </a:r>
                      <a:endParaRPr sz="1200"/>
                    </a:p>
                    <a:p>
                      <a:pPr indent="0" lvl="0" marL="0" rtl="0" algn="l">
                        <a:spcBef>
                          <a:spcPts val="0"/>
                        </a:spcBef>
                        <a:spcAft>
                          <a:spcPts val="0"/>
                        </a:spcAft>
                        <a:buClr>
                          <a:schemeClr val="dk1"/>
                        </a:buClr>
                        <a:buSzPts val="1100"/>
                        <a:buFont typeface="Arial"/>
                        <a:buNone/>
                      </a:pPr>
                      <a:r>
                        <a:rPr lang="en" sz="1200"/>
                        <a:t>  </a:t>
                      </a:r>
                      <a:endParaRPr sz="1200"/>
                    </a:p>
                    <a:p>
                      <a:pPr indent="0" lvl="0" marL="0" rtl="0" algn="l">
                        <a:spcBef>
                          <a:spcPts val="0"/>
                        </a:spcBef>
                        <a:spcAft>
                          <a:spcPts val="0"/>
                        </a:spcAft>
                        <a:buClr>
                          <a:schemeClr val="dk1"/>
                        </a:buClr>
                        <a:buSzPts val="1100"/>
                        <a:buFont typeface="Arial"/>
                        <a:buNone/>
                      </a:pPr>
                      <a:r>
                        <a:rPr lang="en" sz="1200"/>
                        <a:t>fill(0, 0, 255);</a:t>
                      </a:r>
                      <a:endParaRPr sz="1200"/>
                    </a:p>
                    <a:p>
                      <a:pPr indent="0" lvl="0" marL="0" rtl="0" algn="l">
                        <a:spcBef>
                          <a:spcPts val="0"/>
                        </a:spcBef>
                        <a:spcAft>
                          <a:spcPts val="0"/>
                        </a:spcAft>
                        <a:buClr>
                          <a:schemeClr val="dk1"/>
                        </a:buClr>
                        <a:buSzPts val="1100"/>
                        <a:buFont typeface="Arial"/>
                        <a:buNone/>
                      </a:pPr>
                      <a:r>
                        <a:rPr lang="en" sz="1200">
                          <a:solidFill>
                            <a:srgbClr val="0000FF"/>
                          </a:solidFill>
                        </a:rPr>
                        <a:t>pushMatrix();</a:t>
                      </a:r>
                      <a:endParaRPr sz="1200">
                        <a:solidFill>
                          <a:srgbClr val="0000FF"/>
                        </a:solidFill>
                      </a:endParaRPr>
                    </a:p>
                    <a:p>
                      <a:pPr indent="0" lvl="0" marL="0" rtl="0" algn="l">
                        <a:spcBef>
                          <a:spcPts val="0"/>
                        </a:spcBef>
                        <a:spcAft>
                          <a:spcPts val="0"/>
                        </a:spcAft>
                        <a:buClr>
                          <a:schemeClr val="dk1"/>
                        </a:buClr>
                        <a:buSzPts val="1100"/>
                        <a:buFont typeface="Arial"/>
                        <a:buNone/>
                      </a:pPr>
                      <a:r>
                        <a:rPr lang="en" sz="1200">
                          <a:solidFill>
                            <a:srgbClr val="0000FF"/>
                          </a:solidFill>
                        </a:rPr>
                        <a:t>translate(-100, 0);</a:t>
                      </a:r>
                      <a:endParaRPr sz="1200">
                        <a:solidFill>
                          <a:srgbClr val="0000FF"/>
                        </a:solidFill>
                      </a:endParaRPr>
                    </a:p>
                    <a:p>
                      <a:pPr indent="0" lvl="0" marL="0" rtl="0" algn="l">
                        <a:spcBef>
                          <a:spcPts val="0"/>
                        </a:spcBef>
                        <a:spcAft>
                          <a:spcPts val="0"/>
                        </a:spcAft>
                        <a:buClr>
                          <a:schemeClr val="dk1"/>
                        </a:buClr>
                        <a:buSzPts val="1100"/>
                        <a:buFont typeface="Arial"/>
                        <a:buNone/>
                      </a:pPr>
                      <a:r>
                        <a:rPr lang="en" sz="1200">
                          <a:solidFill>
                            <a:srgbClr val="0000FF"/>
                          </a:solidFill>
                        </a:rPr>
                        <a:t>ellipse(0, 0, 50, 50);</a:t>
                      </a:r>
                      <a:endParaRPr sz="1200">
                        <a:solidFill>
                          <a:srgbClr val="0000FF"/>
                        </a:solidFill>
                      </a:endParaRPr>
                    </a:p>
                    <a:p>
                      <a:pPr indent="0" lvl="0" marL="0" rtl="0" algn="l">
                        <a:spcBef>
                          <a:spcPts val="0"/>
                        </a:spcBef>
                        <a:spcAft>
                          <a:spcPts val="0"/>
                        </a:spcAft>
                        <a:buClr>
                          <a:schemeClr val="dk1"/>
                        </a:buClr>
                        <a:buSzPts val="1100"/>
                        <a:buFont typeface="Arial"/>
                        <a:buNone/>
                      </a:pPr>
                      <a:r>
                        <a:rPr lang="en" sz="1200">
                          <a:solidFill>
                            <a:srgbClr val="0000FF"/>
                          </a:solidFill>
                        </a:rPr>
                        <a:t>popMatrix();</a:t>
                      </a:r>
                      <a:endParaRPr sz="1200">
                        <a:solidFill>
                          <a:srgbClr val="0000FF"/>
                        </a:solidFill>
                      </a:endParaRPr>
                    </a:p>
                    <a:p>
                      <a:pPr indent="0" lvl="0" marL="0" rtl="0" algn="l">
                        <a:spcBef>
                          <a:spcPts val="0"/>
                        </a:spcBef>
                        <a:spcAft>
                          <a:spcPts val="0"/>
                        </a:spcAft>
                        <a:buClr>
                          <a:schemeClr val="dk1"/>
                        </a:buClr>
                        <a:buSzPts val="1100"/>
                        <a:buFont typeface="Arial"/>
                        <a:buNone/>
                      </a:pPr>
                      <a:r>
                        <a:t/>
                      </a:r>
                      <a:endParaRPr sz="1200"/>
                    </a:p>
                    <a:p>
                      <a:pPr indent="0" lvl="0" marL="0" rtl="0" algn="l">
                        <a:spcBef>
                          <a:spcPts val="0"/>
                        </a:spcBef>
                        <a:spcAft>
                          <a:spcPts val="0"/>
                        </a:spcAft>
                        <a:buClr>
                          <a:schemeClr val="dk1"/>
                        </a:buClr>
                        <a:buSzPts val="1100"/>
                        <a:buFont typeface="Arial"/>
                        <a:buNone/>
                      </a:pPr>
                      <a:r>
                        <a:rPr lang="en" sz="1200"/>
                        <a:t>translate(100, 0);</a:t>
                      </a:r>
                      <a:endParaRPr sz="1200"/>
                    </a:p>
                    <a:p>
                      <a:pPr indent="0" lvl="0" marL="0" rtl="0" algn="l">
                        <a:spcBef>
                          <a:spcPts val="0"/>
                        </a:spcBef>
                        <a:spcAft>
                          <a:spcPts val="0"/>
                        </a:spcAft>
                        <a:buClr>
                          <a:schemeClr val="dk1"/>
                        </a:buClr>
                        <a:buSzPts val="1100"/>
                        <a:buFont typeface="Arial"/>
                        <a:buNone/>
                      </a:pPr>
                      <a:r>
                        <a:rPr lang="en" sz="1200"/>
                        <a:t>ellipse(0, 0, 50, 50);</a:t>
                      </a:r>
                      <a:endParaRPr sz="1200"/>
                    </a:p>
                    <a:p>
                      <a:pPr indent="0" lvl="0" marL="0" rtl="0" algn="l">
                        <a:spcBef>
                          <a:spcPts val="0"/>
                        </a:spcBef>
                        <a:spcAft>
                          <a:spcPts val="0"/>
                        </a:spcAft>
                        <a:buNone/>
                      </a:pPr>
                      <a:r>
                        <a:rPr lang="en" sz="1200"/>
                        <a:t>theta+=0.01;</a:t>
                      </a:r>
                      <a:endParaRPr sz="1200"/>
                    </a:p>
                  </a:txBody>
                  <a:tcPr marT="91425" marB="91425" marR="91425" marL="91425"/>
                </a:tc>
                <a:tc>
                  <a:txBody>
                    <a:bodyPr/>
                    <a:lstStyle/>
                    <a:p>
                      <a:pPr indent="0" lvl="0" marL="0" rtl="0" algn="l">
                        <a:spcBef>
                          <a:spcPts val="0"/>
                        </a:spcBef>
                        <a:spcAft>
                          <a:spcPts val="0"/>
                        </a:spcAft>
                        <a:buNone/>
                      </a:pPr>
                      <a:r>
                        <a:rPr lang="en" sz="1200"/>
                        <a:t>M</a:t>
                      </a:r>
                      <a:r>
                        <a:rPr baseline="-25000" lang="en" sz="1200"/>
                        <a:t>0</a:t>
                      </a:r>
                      <a:r>
                        <a:rPr lang="en" sz="1200"/>
                        <a:t>=I</a:t>
                      </a:r>
                      <a:endParaRPr sz="1200"/>
                    </a:p>
                    <a:p>
                      <a:pPr indent="0" lvl="0" marL="0" rtl="0" algn="l">
                        <a:spcBef>
                          <a:spcPts val="0"/>
                        </a:spcBef>
                        <a:spcAft>
                          <a:spcPts val="0"/>
                        </a:spcAft>
                        <a:buNone/>
                      </a:pPr>
                      <a:r>
                        <a:rPr lang="en" sz="1200">
                          <a:solidFill>
                            <a:schemeClr val="dk1"/>
                          </a:solidFill>
                        </a:rPr>
                        <a:t>M</a:t>
                      </a:r>
                      <a:r>
                        <a:rPr baseline="-25000" lang="en" sz="1200">
                          <a:solidFill>
                            <a:schemeClr val="dk1"/>
                          </a:solidFill>
                        </a:rPr>
                        <a:t>0</a:t>
                      </a:r>
                      <a:r>
                        <a:rPr lang="en" sz="1200">
                          <a:solidFill>
                            <a:schemeClr val="dk1"/>
                          </a:solidFill>
                        </a:rPr>
                        <a:t> </a:t>
                      </a:r>
                      <a:endParaRPr baseline="-25000" sz="1200">
                        <a:solidFill>
                          <a:schemeClr val="dk1"/>
                        </a:solidFill>
                      </a:endParaRPr>
                    </a:p>
                    <a:p>
                      <a:pPr indent="0" lvl="0" marL="0" rtl="0" algn="l">
                        <a:spcBef>
                          <a:spcPts val="0"/>
                        </a:spcBef>
                        <a:spcAft>
                          <a:spcPts val="0"/>
                        </a:spcAft>
                        <a:buNone/>
                      </a:pPr>
                      <a:r>
                        <a:rPr lang="en" sz="1200">
                          <a:solidFill>
                            <a:schemeClr val="dk1"/>
                          </a:solidFill>
                        </a:rPr>
                        <a:t>M</a:t>
                      </a:r>
                      <a:r>
                        <a:rPr baseline="-25000" lang="en" sz="1200">
                          <a:solidFill>
                            <a:schemeClr val="dk1"/>
                          </a:solidFill>
                        </a:rPr>
                        <a:t>0</a:t>
                      </a:r>
                      <a:r>
                        <a:rPr lang="en" sz="1200">
                          <a:solidFill>
                            <a:schemeClr val="dk1"/>
                          </a:solidFill>
                        </a:rPr>
                        <a:t> </a:t>
                      </a:r>
                      <a:endParaRPr baseline="-25000"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lang="en" sz="1200">
                          <a:solidFill>
                            <a:schemeClr val="dk1"/>
                          </a:solidFill>
                        </a:rPr>
                        <a:t>M</a:t>
                      </a:r>
                      <a:r>
                        <a:rPr baseline="-25000" lang="en" sz="1200">
                          <a:solidFill>
                            <a:schemeClr val="dk1"/>
                          </a:solidFill>
                        </a:rPr>
                        <a:t>0</a:t>
                      </a:r>
                      <a:r>
                        <a:rPr lang="en" sz="1200">
                          <a:solidFill>
                            <a:schemeClr val="dk1"/>
                          </a:solidFill>
                        </a:rPr>
                        <a:t>=M</a:t>
                      </a:r>
                      <a:r>
                        <a:rPr baseline="-25000" lang="en" sz="1200">
                          <a:solidFill>
                            <a:schemeClr val="dk1"/>
                          </a:solidFill>
                        </a:rPr>
                        <a:t>0</a:t>
                      </a:r>
                      <a:r>
                        <a:rPr lang="en" sz="1200">
                          <a:solidFill>
                            <a:schemeClr val="dk1"/>
                          </a:solidFill>
                        </a:rPr>
                        <a:t>*T</a:t>
                      </a:r>
                      <a:r>
                        <a:rPr baseline="-25000" lang="en" sz="1200">
                          <a:solidFill>
                            <a:schemeClr val="dk1"/>
                          </a:solidFill>
                        </a:rPr>
                        <a:t>300,300</a:t>
                      </a:r>
                      <a:endParaRPr baseline="-25000" sz="1200">
                        <a:solidFill>
                          <a:schemeClr val="dk1"/>
                        </a:solidFill>
                      </a:endParaRPr>
                    </a:p>
                    <a:p>
                      <a:pPr indent="0" lvl="0" marL="0" rtl="0" algn="l">
                        <a:spcBef>
                          <a:spcPts val="0"/>
                        </a:spcBef>
                        <a:spcAft>
                          <a:spcPts val="0"/>
                        </a:spcAft>
                        <a:buNone/>
                      </a:pPr>
                      <a:r>
                        <a:rPr lang="en" sz="1200">
                          <a:solidFill>
                            <a:schemeClr val="dk1"/>
                          </a:solidFill>
                        </a:rPr>
                        <a:t>M</a:t>
                      </a:r>
                      <a:r>
                        <a:rPr baseline="-25000" lang="en" sz="1200">
                          <a:solidFill>
                            <a:schemeClr val="dk1"/>
                          </a:solidFill>
                        </a:rPr>
                        <a:t>0</a:t>
                      </a:r>
                      <a:r>
                        <a:rPr lang="en" sz="1200">
                          <a:solidFill>
                            <a:schemeClr val="dk1"/>
                          </a:solidFill>
                        </a:rPr>
                        <a:t>=M</a:t>
                      </a:r>
                      <a:r>
                        <a:rPr baseline="-25000" lang="en" sz="1200">
                          <a:solidFill>
                            <a:schemeClr val="dk1"/>
                          </a:solidFill>
                        </a:rPr>
                        <a:t>0</a:t>
                      </a:r>
                      <a:r>
                        <a:rPr lang="en" sz="1200">
                          <a:solidFill>
                            <a:schemeClr val="dk1"/>
                          </a:solidFill>
                        </a:rPr>
                        <a:t>*R</a:t>
                      </a:r>
                      <a:r>
                        <a:rPr baseline="-25000" lang="en" sz="1200">
                          <a:solidFill>
                            <a:schemeClr val="dk1"/>
                          </a:solidFill>
                        </a:rPr>
                        <a:t>theta</a:t>
                      </a:r>
                      <a:endParaRPr baseline="-25000" sz="12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M</a:t>
                      </a:r>
                      <a:r>
                        <a:rPr baseline="-25000" lang="en" sz="1200">
                          <a:solidFill>
                            <a:schemeClr val="dk1"/>
                          </a:solidFill>
                        </a:rPr>
                        <a:t>0</a:t>
                      </a:r>
                      <a:endParaRPr baseline="-25000" sz="1200">
                        <a:solidFill>
                          <a:schemeClr val="dk1"/>
                        </a:solidFill>
                      </a:endParaRPr>
                    </a:p>
                    <a:p>
                      <a:pPr indent="0" lvl="0" marL="0" rtl="0" algn="l">
                        <a:spcBef>
                          <a:spcPts val="0"/>
                        </a:spcBef>
                        <a:spcAft>
                          <a:spcPts val="0"/>
                        </a:spcAft>
                        <a:buNone/>
                      </a:pPr>
                      <a:r>
                        <a:rPr lang="en" sz="1200">
                          <a:solidFill>
                            <a:schemeClr val="dk1"/>
                          </a:solidFill>
                        </a:rPr>
                        <a:t>M</a:t>
                      </a:r>
                      <a:r>
                        <a:rPr baseline="-25000" lang="en" sz="1200">
                          <a:solidFill>
                            <a:schemeClr val="dk1"/>
                          </a:solidFill>
                        </a:rPr>
                        <a:t>0</a:t>
                      </a:r>
                      <a:r>
                        <a:rPr lang="en" sz="1200">
                          <a:solidFill>
                            <a:schemeClr val="dk1"/>
                          </a:solidFill>
                        </a:rPr>
                        <a:t> </a:t>
                      </a:r>
                      <a:endParaRPr baseline="-25000" sz="1200">
                        <a:solidFill>
                          <a:schemeClr val="dk1"/>
                        </a:solidFill>
                      </a:endParaRPr>
                    </a:p>
                    <a:p>
                      <a:pPr indent="0" lvl="0" marL="0" rtl="0" algn="l">
                        <a:spcBef>
                          <a:spcPts val="0"/>
                        </a:spcBef>
                        <a:spcAft>
                          <a:spcPts val="0"/>
                        </a:spcAft>
                        <a:buNone/>
                      </a:pPr>
                      <a:r>
                        <a:rPr lang="en" sz="1200">
                          <a:solidFill>
                            <a:schemeClr val="dk1"/>
                          </a:solidFill>
                        </a:rPr>
                        <a:t> </a:t>
                      </a:r>
                      <a:endParaRPr baseline="-25000" sz="1200">
                        <a:solidFill>
                          <a:schemeClr val="dk1"/>
                        </a:solidFill>
                      </a:endParaRPr>
                    </a:p>
                    <a:p>
                      <a:pPr indent="0" lvl="0" marL="0" rtl="0" algn="l">
                        <a:spcBef>
                          <a:spcPts val="0"/>
                        </a:spcBef>
                        <a:spcAft>
                          <a:spcPts val="0"/>
                        </a:spcAft>
                        <a:buNone/>
                      </a:pPr>
                      <a:r>
                        <a:rPr lang="en" sz="1200">
                          <a:solidFill>
                            <a:schemeClr val="dk1"/>
                          </a:solidFill>
                        </a:rPr>
                        <a:t>M</a:t>
                      </a:r>
                      <a:r>
                        <a:rPr baseline="-25000" lang="en" sz="1200">
                          <a:solidFill>
                            <a:schemeClr val="dk1"/>
                          </a:solidFill>
                        </a:rPr>
                        <a:t>0</a:t>
                      </a:r>
                      <a:r>
                        <a:rPr lang="en" sz="1200">
                          <a:solidFill>
                            <a:schemeClr val="dk1"/>
                          </a:solidFill>
                        </a:rPr>
                        <a:t> </a:t>
                      </a:r>
                      <a:endParaRPr baseline="-25000" sz="1200">
                        <a:solidFill>
                          <a:schemeClr val="dk1"/>
                        </a:solidFill>
                      </a:endParaRPr>
                    </a:p>
                    <a:p>
                      <a:pPr indent="0" lvl="0" marL="0" rtl="0" algn="l">
                        <a:spcBef>
                          <a:spcPts val="0"/>
                        </a:spcBef>
                        <a:spcAft>
                          <a:spcPts val="0"/>
                        </a:spcAft>
                        <a:buNone/>
                      </a:pPr>
                      <a:r>
                        <a:t/>
                      </a:r>
                      <a:endParaRPr baseline="-25000" sz="1200">
                        <a:solidFill>
                          <a:schemeClr val="dk1"/>
                        </a:solidFill>
                      </a:endParaRPr>
                    </a:p>
                    <a:p>
                      <a:pPr indent="0" lvl="0" marL="0" rtl="0" algn="l">
                        <a:spcBef>
                          <a:spcPts val="0"/>
                        </a:spcBef>
                        <a:spcAft>
                          <a:spcPts val="0"/>
                        </a:spcAft>
                        <a:buClr>
                          <a:schemeClr val="dk1"/>
                        </a:buClr>
                        <a:buSzPts val="1100"/>
                        <a:buFont typeface="Arial"/>
                        <a:buNone/>
                      </a:pPr>
                      <a:r>
                        <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M</a:t>
                      </a:r>
                      <a:r>
                        <a:rPr baseline="-25000" lang="en" sz="1200">
                          <a:solidFill>
                            <a:schemeClr val="dk1"/>
                          </a:solidFill>
                        </a:rPr>
                        <a:t>0</a:t>
                      </a:r>
                      <a:endParaRPr baseline="-25000" sz="1200">
                        <a:solidFill>
                          <a:schemeClr val="dk1"/>
                        </a:solidFill>
                      </a:endParaRPr>
                    </a:p>
                    <a:p>
                      <a:pPr indent="0" lvl="0" marL="0" rtl="0" algn="l">
                        <a:spcBef>
                          <a:spcPts val="0"/>
                        </a:spcBef>
                        <a:spcAft>
                          <a:spcPts val="0"/>
                        </a:spcAft>
                        <a:buClr>
                          <a:schemeClr val="dk1"/>
                        </a:buClr>
                        <a:buSzPts val="1100"/>
                        <a:buFont typeface="Arial"/>
                        <a:buNone/>
                      </a:pPr>
                      <a:r>
                        <a:t/>
                      </a:r>
                      <a:endParaRPr baseline="-25000" sz="12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M</a:t>
                      </a:r>
                      <a:r>
                        <a:rPr baseline="-25000" lang="en" sz="1200">
                          <a:solidFill>
                            <a:schemeClr val="dk1"/>
                          </a:solidFill>
                        </a:rPr>
                        <a:t>0</a:t>
                      </a:r>
                      <a:r>
                        <a:rPr lang="en" sz="1200">
                          <a:solidFill>
                            <a:schemeClr val="dk1"/>
                          </a:solidFill>
                        </a:rPr>
                        <a:t>=M</a:t>
                      </a:r>
                      <a:r>
                        <a:rPr baseline="-25000" lang="en" sz="1200">
                          <a:solidFill>
                            <a:schemeClr val="dk1"/>
                          </a:solidFill>
                        </a:rPr>
                        <a:t>0</a:t>
                      </a:r>
                      <a:r>
                        <a:rPr lang="en" sz="1200">
                          <a:solidFill>
                            <a:schemeClr val="dk1"/>
                          </a:solidFill>
                        </a:rPr>
                        <a:t>*T</a:t>
                      </a:r>
                      <a:r>
                        <a:rPr baseline="-25000" lang="en" sz="1200">
                          <a:solidFill>
                            <a:schemeClr val="dk1"/>
                          </a:solidFill>
                        </a:rPr>
                        <a:t>100,0</a:t>
                      </a:r>
                      <a:endParaRPr baseline="-25000" sz="12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M</a:t>
                      </a:r>
                      <a:r>
                        <a:rPr baseline="-25000" lang="en" sz="1200">
                          <a:solidFill>
                            <a:schemeClr val="dk1"/>
                          </a:solidFill>
                        </a:rPr>
                        <a:t>0</a:t>
                      </a:r>
                      <a:endParaRPr baseline="-25000" sz="12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M</a:t>
                      </a:r>
                      <a:r>
                        <a:rPr baseline="-25000" lang="en" sz="1200">
                          <a:solidFill>
                            <a:schemeClr val="dk1"/>
                          </a:solidFill>
                        </a:rPr>
                        <a:t>0</a:t>
                      </a:r>
                      <a:endParaRPr baseline="-25000" sz="1200">
                        <a:solidFill>
                          <a:schemeClr val="dk1"/>
                        </a:solidFill>
                      </a:endParaRPr>
                    </a:p>
                  </a:txBody>
                  <a:tcPr marT="91425" marB="91425" marR="91425" marL="91425"/>
                </a:tc>
                <a:tc>
                  <a:txBody>
                    <a:bodyPr/>
                    <a:lstStyle/>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lang="en" sz="1200">
                          <a:solidFill>
                            <a:srgbClr val="0000FF"/>
                          </a:solidFill>
                        </a:rPr>
                        <a:t>M</a:t>
                      </a:r>
                      <a:r>
                        <a:rPr baseline="-25000" lang="en" sz="1200">
                          <a:solidFill>
                            <a:srgbClr val="0000FF"/>
                          </a:solidFill>
                        </a:rPr>
                        <a:t>1</a:t>
                      </a:r>
                      <a:r>
                        <a:rPr lang="en" sz="1200">
                          <a:solidFill>
                            <a:srgbClr val="0000FF"/>
                          </a:solidFill>
                        </a:rPr>
                        <a:t>=M</a:t>
                      </a:r>
                      <a:r>
                        <a:rPr baseline="-25000" lang="en" sz="1200">
                          <a:solidFill>
                            <a:srgbClr val="0000FF"/>
                          </a:solidFill>
                        </a:rPr>
                        <a:t>0</a:t>
                      </a:r>
                      <a:endParaRPr baseline="-25000" sz="1200">
                        <a:solidFill>
                          <a:srgbClr val="0000FF"/>
                        </a:solidFill>
                      </a:endParaRPr>
                    </a:p>
                    <a:p>
                      <a:pPr indent="0" lvl="0" marL="0" rtl="0" algn="l">
                        <a:spcBef>
                          <a:spcPts val="0"/>
                        </a:spcBef>
                        <a:spcAft>
                          <a:spcPts val="0"/>
                        </a:spcAft>
                        <a:buNone/>
                      </a:pPr>
                      <a:r>
                        <a:rPr lang="en" sz="1200">
                          <a:solidFill>
                            <a:srgbClr val="0000FF"/>
                          </a:solidFill>
                        </a:rPr>
                        <a:t>M</a:t>
                      </a:r>
                      <a:r>
                        <a:rPr baseline="-25000" lang="en" sz="1200">
                          <a:solidFill>
                            <a:srgbClr val="0000FF"/>
                          </a:solidFill>
                        </a:rPr>
                        <a:t>1</a:t>
                      </a:r>
                      <a:r>
                        <a:rPr lang="en" sz="1200">
                          <a:solidFill>
                            <a:srgbClr val="0000FF"/>
                          </a:solidFill>
                        </a:rPr>
                        <a:t>=M</a:t>
                      </a:r>
                      <a:r>
                        <a:rPr baseline="-25000" lang="en" sz="1200">
                          <a:solidFill>
                            <a:srgbClr val="0000FF"/>
                          </a:solidFill>
                        </a:rPr>
                        <a:t>1</a:t>
                      </a:r>
                      <a:r>
                        <a:rPr lang="en" sz="1200">
                          <a:solidFill>
                            <a:srgbClr val="0000FF"/>
                          </a:solidFill>
                        </a:rPr>
                        <a:t>*T</a:t>
                      </a:r>
                      <a:r>
                        <a:rPr baseline="-25000" lang="en" sz="1200">
                          <a:solidFill>
                            <a:srgbClr val="0000FF"/>
                          </a:solidFill>
                        </a:rPr>
                        <a:t>-100,0</a:t>
                      </a:r>
                      <a:endParaRPr baseline="-25000" sz="1200">
                        <a:solidFill>
                          <a:srgbClr val="0000FF"/>
                        </a:solidFill>
                      </a:endParaRPr>
                    </a:p>
                    <a:p>
                      <a:pPr indent="0" lvl="0" marL="0" rtl="0" algn="l">
                        <a:spcBef>
                          <a:spcPts val="0"/>
                        </a:spcBef>
                        <a:spcAft>
                          <a:spcPts val="0"/>
                        </a:spcAft>
                        <a:buClr>
                          <a:schemeClr val="dk1"/>
                        </a:buClr>
                        <a:buSzPts val="1100"/>
                        <a:buFont typeface="Arial"/>
                        <a:buNone/>
                      </a:pPr>
                      <a:r>
                        <a:rPr lang="en" sz="1200">
                          <a:solidFill>
                            <a:srgbClr val="0000FF"/>
                          </a:solidFill>
                        </a:rPr>
                        <a:t>M</a:t>
                      </a:r>
                      <a:r>
                        <a:rPr baseline="-25000" lang="en" sz="1200">
                          <a:solidFill>
                            <a:srgbClr val="0000FF"/>
                          </a:solidFill>
                        </a:rPr>
                        <a:t>1</a:t>
                      </a:r>
                      <a:endParaRPr baseline="-25000" sz="1200">
                        <a:solidFill>
                          <a:srgbClr val="0000FF"/>
                        </a:solidFill>
                      </a:endParaRPr>
                    </a:p>
                    <a:p>
                      <a:pPr indent="0" lvl="0" marL="0" rtl="0" algn="l">
                        <a:spcBef>
                          <a:spcPts val="0"/>
                        </a:spcBef>
                        <a:spcAft>
                          <a:spcPts val="0"/>
                        </a:spcAft>
                        <a:buNone/>
                      </a:pPr>
                      <a:r>
                        <a:t/>
                      </a:r>
                      <a:endParaRPr baseline="-25000" sz="1200">
                        <a:solidFill>
                          <a:schemeClr val="dk1"/>
                        </a:solidFill>
                      </a:endParaRPr>
                    </a:p>
                    <a:p>
                      <a:pPr indent="0" lvl="0" marL="0" rtl="0" algn="l">
                        <a:spcBef>
                          <a:spcPts val="0"/>
                        </a:spcBef>
                        <a:spcAft>
                          <a:spcPts val="0"/>
                        </a:spcAft>
                        <a:buClr>
                          <a:schemeClr val="dk1"/>
                        </a:buClr>
                        <a:buSzPts val="1100"/>
                        <a:buFont typeface="Arial"/>
                        <a:buNone/>
                      </a:pPr>
                      <a:r>
                        <a:t/>
                      </a:r>
                      <a:endParaRPr baseline="-25000" sz="1200">
                        <a:solidFill>
                          <a:schemeClr val="dk1"/>
                        </a:solidFill>
                      </a:endParaRPr>
                    </a:p>
                  </a:txBody>
                  <a:tcPr marT="91425" marB="91425" marR="91425" marL="91425"/>
                </a:tc>
              </a:tr>
            </a:tbl>
          </a:graphicData>
        </a:graphic>
      </p:graphicFrame>
      <p:pic>
        <p:nvPicPr>
          <p:cNvPr id="346" name="Google Shape;346;p48"/>
          <p:cNvPicPr preferRelativeResize="0"/>
          <p:nvPr/>
        </p:nvPicPr>
        <p:blipFill>
          <a:blip r:embed="rId3">
            <a:alphaModFix/>
          </a:blip>
          <a:stretch>
            <a:fillRect/>
          </a:stretch>
        </p:blipFill>
        <p:spPr>
          <a:xfrm>
            <a:off x="5697404" y="1570425"/>
            <a:ext cx="2849975" cy="2968325"/>
          </a:xfrm>
          <a:prstGeom prst="rect">
            <a:avLst/>
          </a:prstGeom>
          <a:noFill/>
          <a:ln>
            <a:noFill/>
          </a:ln>
        </p:spPr>
      </p:pic>
      <p:pic>
        <p:nvPicPr>
          <p:cNvPr descr="ccw_cw_right_left_object-512.png" id="347" name="Google Shape;347;p48"/>
          <p:cNvPicPr preferRelativeResize="0"/>
          <p:nvPr/>
        </p:nvPicPr>
        <p:blipFill>
          <a:blip r:embed="rId4">
            <a:alphaModFix amt="4000"/>
          </a:blip>
          <a:stretch>
            <a:fillRect/>
          </a:stretch>
        </p:blipFill>
        <p:spPr>
          <a:xfrm>
            <a:off x="6251000" y="2173700"/>
            <a:ext cx="1684774" cy="1684774"/>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4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3D Coordinate System in Processing</a:t>
            </a:r>
            <a:endParaRPr/>
          </a:p>
        </p:txBody>
      </p:sp>
      <p:sp>
        <p:nvSpPr>
          <p:cNvPr id="353" name="Google Shape;353;p4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354" name="Google Shape;354;p49"/>
          <p:cNvPicPr preferRelativeResize="0"/>
          <p:nvPr/>
        </p:nvPicPr>
        <p:blipFill>
          <a:blip r:embed="rId3">
            <a:alphaModFix/>
          </a:blip>
          <a:stretch>
            <a:fillRect/>
          </a:stretch>
        </p:blipFill>
        <p:spPr>
          <a:xfrm>
            <a:off x="2431477" y="1466400"/>
            <a:ext cx="4281051" cy="2881100"/>
          </a:xfrm>
          <a:prstGeom prst="rect">
            <a:avLst/>
          </a:prstGeom>
          <a:noFill/>
          <a:ln>
            <a:noFill/>
          </a:ln>
        </p:spPr>
      </p:pic>
      <p:sp>
        <p:nvSpPr>
          <p:cNvPr id="355" name="Google Shape;355;p49"/>
          <p:cNvSpPr txBox="1"/>
          <p:nvPr>
            <p:ph idx="1" type="body"/>
          </p:nvPr>
        </p:nvSpPr>
        <p:spPr>
          <a:xfrm>
            <a:off x="311700" y="1152475"/>
            <a:ext cx="3925200" cy="903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b="1" lang="en" sz="1200"/>
              <a:t>size(500, 500, P3D);</a:t>
            </a:r>
            <a:endParaRPr b="1" sz="12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5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50"/>
          <p:cNvSpPr txBox="1"/>
          <p:nvPr>
            <p:ph idx="1" type="body"/>
          </p:nvPr>
        </p:nvSpPr>
        <p:spPr>
          <a:xfrm>
            <a:off x="311700" y="1152475"/>
            <a:ext cx="21672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rPr>
              <a:t>void setup() { </a:t>
            </a:r>
            <a:endParaRPr sz="1000">
              <a:solidFill>
                <a:schemeClr val="dk1"/>
              </a:solidFill>
            </a:endParaRPr>
          </a:p>
          <a:p>
            <a:pPr indent="0" lvl="0" marL="0" rtl="0" algn="l">
              <a:spcBef>
                <a:spcPts val="0"/>
              </a:spcBef>
              <a:spcAft>
                <a:spcPts val="0"/>
              </a:spcAft>
              <a:buNone/>
            </a:pPr>
            <a:r>
              <a:rPr lang="en" sz="1000">
                <a:solidFill>
                  <a:schemeClr val="dk1"/>
                </a:solidFill>
              </a:rPr>
              <a:t>  size(600, 600, </a:t>
            </a:r>
            <a:r>
              <a:rPr b="1" lang="en" sz="1000">
                <a:solidFill>
                  <a:schemeClr val="dk1"/>
                </a:solidFill>
              </a:rPr>
              <a:t>P3D</a:t>
            </a:r>
            <a:r>
              <a:rPr lang="en" sz="1000">
                <a:solidFill>
                  <a:schemeClr val="dk1"/>
                </a:solidFill>
              </a:rPr>
              <a:t>);</a:t>
            </a:r>
            <a:endParaRPr sz="1000">
              <a:solidFill>
                <a:schemeClr val="dk1"/>
              </a:solidFill>
            </a:endParaRPr>
          </a:p>
          <a:p>
            <a:pPr indent="0" lvl="0" marL="0" rtl="0" algn="l">
              <a:spcBef>
                <a:spcPts val="0"/>
              </a:spcBef>
              <a:spcAft>
                <a:spcPts val="0"/>
              </a:spcAft>
              <a:buNone/>
            </a:pPr>
            <a:r>
              <a:rPr lang="en" sz="1000">
                <a:solidFill>
                  <a:schemeClr val="dk1"/>
                </a:solidFill>
              </a:rPr>
              <a:t>}</a:t>
            </a:r>
            <a:endParaRPr sz="1000">
              <a:solidFill>
                <a:schemeClr val="dk1"/>
              </a:solidFill>
            </a:endParaRPr>
          </a:p>
          <a:p>
            <a:pPr indent="71120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void draw() {</a:t>
            </a:r>
            <a:endParaRPr sz="1000">
              <a:solidFill>
                <a:schemeClr val="dk1"/>
              </a:solidFill>
            </a:endParaRPr>
          </a:p>
          <a:p>
            <a:pPr indent="0" lvl="0" marL="0" rtl="0" algn="l">
              <a:spcBef>
                <a:spcPts val="0"/>
              </a:spcBef>
              <a:spcAft>
                <a:spcPts val="0"/>
              </a:spcAft>
              <a:buNone/>
            </a:pPr>
            <a:r>
              <a:rPr lang="en" sz="1000">
                <a:solidFill>
                  <a:schemeClr val="dk1"/>
                </a:solidFill>
              </a:rPr>
              <a:t>  background(200);</a:t>
            </a:r>
            <a:endParaRPr sz="1000">
              <a:solidFill>
                <a:schemeClr val="dk1"/>
              </a:solidFill>
            </a:endParaRPr>
          </a:p>
          <a:p>
            <a:pPr indent="71120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  drawAxis(100);</a:t>
            </a:r>
            <a:endParaRPr sz="1000">
              <a:solidFill>
                <a:schemeClr val="dk1"/>
              </a:solidFill>
            </a:endParaRPr>
          </a:p>
          <a:p>
            <a:pPr indent="0" lvl="0" marL="0" rtl="0" algn="l">
              <a:spcBef>
                <a:spcPts val="0"/>
              </a:spcBef>
              <a:spcAft>
                <a:spcPts val="0"/>
              </a:spcAft>
              <a:buNone/>
            </a:pPr>
            <a:r>
              <a:rPr lang="en" sz="1000">
                <a:solidFill>
                  <a:schemeClr val="dk1"/>
                </a:solidFill>
              </a:rPr>
              <a:t>  strokeWeight(1);</a:t>
            </a:r>
            <a:endParaRPr sz="1000">
              <a:solidFill>
                <a:schemeClr val="dk1"/>
              </a:solidFill>
            </a:endParaRPr>
          </a:p>
          <a:p>
            <a:pPr indent="0" lvl="0" marL="0" rtl="0" algn="l">
              <a:spcBef>
                <a:spcPts val="0"/>
              </a:spcBef>
              <a:spcAft>
                <a:spcPts val="0"/>
              </a:spcAft>
              <a:buNone/>
            </a:pPr>
            <a:r>
              <a:rPr lang="en" sz="1000">
                <a:solidFill>
                  <a:schemeClr val="dk1"/>
                </a:solidFill>
              </a:rPr>
              <a:t>  stroke(200);</a:t>
            </a:r>
            <a:endParaRPr sz="1000">
              <a:solidFill>
                <a:schemeClr val="dk1"/>
              </a:solidFill>
            </a:endParaRPr>
          </a:p>
          <a:p>
            <a:pPr indent="0" lvl="0" marL="0" rtl="0" algn="l">
              <a:spcBef>
                <a:spcPts val="0"/>
              </a:spcBef>
              <a:spcAft>
                <a:spcPts val="0"/>
              </a:spcAft>
              <a:buNone/>
            </a:pPr>
            <a:r>
              <a:rPr lang="en" sz="1000">
                <a:solidFill>
                  <a:schemeClr val="dk1"/>
                </a:solidFill>
              </a:rPr>
              <a:t> </a:t>
            </a:r>
            <a:r>
              <a:rPr b="1" lang="en" sz="1000">
                <a:solidFill>
                  <a:schemeClr val="dk1"/>
                </a:solidFill>
              </a:rPr>
              <a:t> box(100);</a:t>
            </a:r>
            <a:endParaRPr b="1" sz="1000">
              <a:solidFill>
                <a:schemeClr val="dk1"/>
              </a:solidFill>
            </a:endParaRPr>
          </a:p>
          <a:p>
            <a:pPr indent="0" lvl="0" marL="0" rtl="0" algn="l">
              <a:spcBef>
                <a:spcPts val="0"/>
              </a:spcBef>
              <a:spcAft>
                <a:spcPts val="0"/>
              </a:spcAft>
              <a:buNone/>
            </a:pPr>
            <a:r>
              <a:rPr lang="en" sz="1000">
                <a:solidFill>
                  <a:schemeClr val="dk1"/>
                </a:solidFill>
              </a:rPr>
              <a:t>}</a:t>
            </a:r>
            <a:endParaRPr sz="1000">
              <a:solidFill>
                <a:schemeClr val="dk1"/>
              </a:solidFill>
            </a:endParaRPr>
          </a:p>
          <a:p>
            <a:pPr indent="0" lvl="0" marL="0" rtl="0" algn="l">
              <a:spcBef>
                <a:spcPts val="0"/>
              </a:spcBef>
              <a:spcAft>
                <a:spcPts val="1600"/>
              </a:spcAft>
              <a:buNone/>
            </a:pPr>
            <a:r>
              <a:t/>
            </a:r>
            <a:endParaRPr sz="1000">
              <a:solidFill>
                <a:srgbClr val="5A5A5A"/>
              </a:solidFill>
            </a:endParaRPr>
          </a:p>
        </p:txBody>
      </p:sp>
      <p:sp>
        <p:nvSpPr>
          <p:cNvPr id="362" name="Google Shape;362;p5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3" name="Google Shape;363;p50"/>
          <p:cNvSpPr txBox="1"/>
          <p:nvPr>
            <p:ph idx="1" type="body"/>
          </p:nvPr>
        </p:nvSpPr>
        <p:spPr>
          <a:xfrm>
            <a:off x="2119550" y="1670875"/>
            <a:ext cx="2363700" cy="2794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rPr>
              <a:t>void drawAxis(int w) {</a:t>
            </a:r>
            <a:endParaRPr sz="1000">
              <a:solidFill>
                <a:schemeClr val="dk1"/>
              </a:solidFill>
            </a:endParaRPr>
          </a:p>
          <a:p>
            <a:pPr indent="0" lvl="0" marL="0" rtl="0" algn="l">
              <a:spcBef>
                <a:spcPts val="0"/>
              </a:spcBef>
              <a:spcAft>
                <a:spcPts val="0"/>
              </a:spcAft>
              <a:buNone/>
            </a:pPr>
            <a:r>
              <a:rPr lang="en" sz="1000">
                <a:solidFill>
                  <a:schemeClr val="dk1"/>
                </a:solidFill>
              </a:rPr>
              <a:t>  strokeWeight(3);</a:t>
            </a:r>
            <a:endParaRPr sz="1000">
              <a:solidFill>
                <a:schemeClr val="dk1"/>
              </a:solidFill>
            </a:endParaRPr>
          </a:p>
          <a:p>
            <a:pPr indent="0" lvl="0" marL="0" rtl="0" algn="l">
              <a:spcBef>
                <a:spcPts val="0"/>
              </a:spcBef>
              <a:spcAft>
                <a:spcPts val="0"/>
              </a:spcAft>
              <a:buNone/>
            </a:pPr>
            <a:r>
              <a:rPr lang="en" sz="1000">
                <a:solidFill>
                  <a:schemeClr val="dk1"/>
                </a:solidFill>
              </a:rPr>
              <a:t>  stroke(255, 0, 0);</a:t>
            </a:r>
            <a:endParaRPr sz="1000">
              <a:solidFill>
                <a:schemeClr val="dk1"/>
              </a:solidFill>
            </a:endParaRPr>
          </a:p>
          <a:p>
            <a:pPr indent="0" lvl="0" marL="0" rtl="0" algn="l">
              <a:spcBef>
                <a:spcPts val="0"/>
              </a:spcBef>
              <a:spcAft>
                <a:spcPts val="0"/>
              </a:spcAft>
              <a:buNone/>
            </a:pPr>
            <a:r>
              <a:rPr lang="en" sz="1000">
                <a:solidFill>
                  <a:schemeClr val="dk1"/>
                </a:solidFill>
              </a:rPr>
              <a:t>  </a:t>
            </a:r>
            <a:r>
              <a:rPr b="1" lang="en" sz="1000">
                <a:solidFill>
                  <a:schemeClr val="dk1"/>
                </a:solidFill>
              </a:rPr>
              <a:t>line(-w, 0, 0, w, 0, 0); </a:t>
            </a:r>
            <a:endParaRPr b="1" sz="1000">
              <a:solidFill>
                <a:schemeClr val="dk1"/>
              </a:solidFill>
            </a:endParaRPr>
          </a:p>
          <a:p>
            <a:pPr indent="0" lvl="0" marL="0" rtl="0" algn="l">
              <a:spcBef>
                <a:spcPts val="0"/>
              </a:spcBef>
              <a:spcAft>
                <a:spcPts val="0"/>
              </a:spcAft>
              <a:buNone/>
            </a:pPr>
            <a:r>
              <a:rPr lang="en" sz="1000">
                <a:solidFill>
                  <a:schemeClr val="dk1"/>
                </a:solidFill>
              </a:rPr>
              <a:t>  stroke(0, 255, 0);</a:t>
            </a:r>
            <a:endParaRPr sz="1000">
              <a:solidFill>
                <a:schemeClr val="dk1"/>
              </a:solidFill>
            </a:endParaRPr>
          </a:p>
          <a:p>
            <a:pPr indent="0" lvl="0" marL="0" rtl="0" algn="l">
              <a:spcBef>
                <a:spcPts val="0"/>
              </a:spcBef>
              <a:spcAft>
                <a:spcPts val="0"/>
              </a:spcAft>
              <a:buNone/>
            </a:pPr>
            <a:r>
              <a:rPr lang="en" sz="1000">
                <a:solidFill>
                  <a:schemeClr val="dk1"/>
                </a:solidFill>
              </a:rPr>
              <a:t>  line(0, -w, 0, 0, w, 0); </a:t>
            </a:r>
            <a:endParaRPr sz="1000">
              <a:solidFill>
                <a:schemeClr val="dk1"/>
              </a:solidFill>
            </a:endParaRPr>
          </a:p>
          <a:p>
            <a:pPr indent="0" lvl="0" marL="0" rtl="0" algn="l">
              <a:spcBef>
                <a:spcPts val="0"/>
              </a:spcBef>
              <a:spcAft>
                <a:spcPts val="0"/>
              </a:spcAft>
              <a:buNone/>
            </a:pPr>
            <a:r>
              <a:rPr lang="en" sz="1000">
                <a:solidFill>
                  <a:schemeClr val="dk1"/>
                </a:solidFill>
              </a:rPr>
              <a:t>  stroke(0, 0, 255);</a:t>
            </a:r>
            <a:endParaRPr sz="1000">
              <a:solidFill>
                <a:schemeClr val="dk1"/>
              </a:solidFill>
            </a:endParaRPr>
          </a:p>
          <a:p>
            <a:pPr indent="0" lvl="0" marL="0" rtl="0" algn="l">
              <a:spcBef>
                <a:spcPts val="0"/>
              </a:spcBef>
              <a:spcAft>
                <a:spcPts val="0"/>
              </a:spcAft>
              <a:buNone/>
            </a:pPr>
            <a:r>
              <a:rPr lang="en" sz="1000">
                <a:solidFill>
                  <a:schemeClr val="dk1"/>
                </a:solidFill>
              </a:rPr>
              <a:t>  line(0, 0, -w, 0, 0, w); </a:t>
            </a:r>
            <a:endParaRPr sz="1000">
              <a:solidFill>
                <a:schemeClr val="dk1"/>
              </a:solidFill>
            </a:endParaRPr>
          </a:p>
          <a:p>
            <a:pPr indent="0" lvl="0" marL="0" rtl="0" algn="l">
              <a:spcBef>
                <a:spcPts val="0"/>
              </a:spcBef>
              <a:spcAft>
                <a:spcPts val="0"/>
              </a:spcAft>
              <a:buNone/>
            </a:pPr>
            <a:r>
              <a:rPr lang="en" sz="1000">
                <a:solidFill>
                  <a:schemeClr val="dk1"/>
                </a:solidFill>
              </a:rPr>
              <a:t>}</a:t>
            </a:r>
            <a:endParaRPr sz="1000">
              <a:solidFill>
                <a:schemeClr val="dk1"/>
              </a:solidFill>
            </a:endParaRPr>
          </a:p>
          <a:p>
            <a:pPr indent="711200" lvl="0" marL="0" rtl="0" algn="l">
              <a:spcBef>
                <a:spcPts val="0"/>
              </a:spcBef>
              <a:spcAft>
                <a:spcPts val="0"/>
              </a:spcAft>
              <a:buNone/>
            </a:pPr>
            <a:r>
              <a:t/>
            </a:r>
            <a:endParaRPr sz="1000">
              <a:solidFill>
                <a:schemeClr val="dk1"/>
              </a:solidFill>
            </a:endParaRPr>
          </a:p>
          <a:p>
            <a:pPr indent="0" lvl="0" marL="0" rtl="0" algn="l">
              <a:spcBef>
                <a:spcPts val="0"/>
              </a:spcBef>
              <a:spcAft>
                <a:spcPts val="1600"/>
              </a:spcAft>
              <a:buNone/>
            </a:pPr>
            <a:r>
              <a:t/>
            </a:r>
            <a:endParaRPr sz="1000">
              <a:solidFill>
                <a:srgbClr val="5A5A5A"/>
              </a:solidFill>
            </a:endParaRPr>
          </a:p>
        </p:txBody>
      </p:sp>
      <p:pic>
        <p:nvPicPr>
          <p:cNvPr id="364" name="Google Shape;364;p50"/>
          <p:cNvPicPr preferRelativeResize="0"/>
          <p:nvPr/>
        </p:nvPicPr>
        <p:blipFill>
          <a:blip r:embed="rId3">
            <a:alphaModFix/>
          </a:blip>
          <a:stretch>
            <a:fillRect/>
          </a:stretch>
        </p:blipFill>
        <p:spPr>
          <a:xfrm>
            <a:off x="5239172" y="1067375"/>
            <a:ext cx="3362400" cy="354620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4"/>
                                        </p:tgtEl>
                                        <p:attrNameLst>
                                          <p:attrName>style.visibility</p:attrName>
                                        </p:attrNameLst>
                                      </p:cBhvr>
                                      <p:to>
                                        <p:strVal val="visible"/>
                                      </p:to>
                                    </p:set>
                                    <p:animEffect filter="fade" transition="in">
                                      <p:cBhvr>
                                        <p:cTn dur="1000"/>
                                        <p:tgtEl>
                                          <p:spTgt spid="3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5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51"/>
          <p:cNvSpPr txBox="1"/>
          <p:nvPr>
            <p:ph idx="1" type="body"/>
          </p:nvPr>
        </p:nvSpPr>
        <p:spPr>
          <a:xfrm>
            <a:off x="311700" y="1152475"/>
            <a:ext cx="21672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rPr>
              <a:t>void setup() { </a:t>
            </a:r>
            <a:endParaRPr sz="1000">
              <a:solidFill>
                <a:schemeClr val="dk1"/>
              </a:solidFill>
            </a:endParaRPr>
          </a:p>
          <a:p>
            <a:pPr indent="0" lvl="0" marL="0" rtl="0" algn="l">
              <a:spcBef>
                <a:spcPts val="0"/>
              </a:spcBef>
              <a:spcAft>
                <a:spcPts val="0"/>
              </a:spcAft>
              <a:buNone/>
            </a:pPr>
            <a:r>
              <a:rPr lang="en" sz="1000">
                <a:solidFill>
                  <a:schemeClr val="dk1"/>
                </a:solidFill>
              </a:rPr>
              <a:t>  size(600, 600, P3D);</a:t>
            </a:r>
            <a:endParaRPr sz="1000">
              <a:solidFill>
                <a:schemeClr val="dk1"/>
              </a:solidFill>
            </a:endParaRPr>
          </a:p>
          <a:p>
            <a:pPr indent="0" lvl="0" marL="0" rtl="0" algn="l">
              <a:spcBef>
                <a:spcPts val="0"/>
              </a:spcBef>
              <a:spcAft>
                <a:spcPts val="0"/>
              </a:spcAft>
              <a:buNone/>
            </a:pPr>
            <a:r>
              <a:rPr lang="en" sz="1000">
                <a:solidFill>
                  <a:schemeClr val="dk1"/>
                </a:solidFill>
              </a:rPr>
              <a:t>}</a:t>
            </a:r>
            <a:endParaRPr sz="1000">
              <a:solidFill>
                <a:schemeClr val="dk1"/>
              </a:solidFill>
            </a:endParaRPr>
          </a:p>
          <a:p>
            <a:pPr indent="71120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void draw() {</a:t>
            </a:r>
            <a:endParaRPr sz="1000">
              <a:solidFill>
                <a:schemeClr val="dk1"/>
              </a:solidFill>
            </a:endParaRPr>
          </a:p>
          <a:p>
            <a:pPr indent="0" lvl="0" marL="0" rtl="0" algn="l">
              <a:spcBef>
                <a:spcPts val="0"/>
              </a:spcBef>
              <a:spcAft>
                <a:spcPts val="0"/>
              </a:spcAft>
              <a:buNone/>
            </a:pPr>
            <a:r>
              <a:rPr lang="en" sz="1000">
                <a:solidFill>
                  <a:schemeClr val="dk1"/>
                </a:solidFill>
              </a:rPr>
              <a:t>  background(200);</a:t>
            </a:r>
            <a:endParaRPr sz="1000">
              <a:solidFill>
                <a:schemeClr val="dk1"/>
              </a:solidFill>
            </a:endParaRPr>
          </a:p>
          <a:p>
            <a:pPr indent="0" lvl="0" marL="0" rtl="0" algn="l">
              <a:spcBef>
                <a:spcPts val="0"/>
              </a:spcBef>
              <a:spcAft>
                <a:spcPts val="0"/>
              </a:spcAft>
              <a:buNone/>
            </a:pPr>
            <a:r>
              <a:rPr lang="en" sz="1000">
                <a:solidFill>
                  <a:schemeClr val="dk1"/>
                </a:solidFill>
              </a:rPr>
              <a:t>  </a:t>
            </a:r>
            <a:r>
              <a:rPr b="1" lang="en" sz="1000">
                <a:solidFill>
                  <a:schemeClr val="dk1"/>
                </a:solidFill>
              </a:rPr>
              <a:t>translate(width/2, height/2);</a:t>
            </a:r>
            <a:endParaRPr b="1" sz="1000">
              <a:solidFill>
                <a:schemeClr val="dk1"/>
              </a:solidFill>
            </a:endParaRPr>
          </a:p>
          <a:p>
            <a:pPr indent="0" lvl="0" marL="0" rtl="0" algn="l">
              <a:spcBef>
                <a:spcPts val="0"/>
              </a:spcBef>
              <a:spcAft>
                <a:spcPts val="0"/>
              </a:spcAft>
              <a:buNone/>
            </a:pPr>
            <a:r>
              <a:rPr lang="en" sz="1000">
                <a:solidFill>
                  <a:schemeClr val="dk1"/>
                </a:solidFill>
              </a:rPr>
              <a:t> </a:t>
            </a:r>
            <a:endParaRPr sz="1000">
              <a:solidFill>
                <a:schemeClr val="dk1"/>
              </a:solidFill>
            </a:endParaRPr>
          </a:p>
          <a:p>
            <a:pPr indent="0" lvl="0" marL="0" rtl="0" algn="l">
              <a:spcBef>
                <a:spcPts val="0"/>
              </a:spcBef>
              <a:spcAft>
                <a:spcPts val="0"/>
              </a:spcAft>
              <a:buNone/>
            </a:pPr>
            <a:r>
              <a:rPr lang="en" sz="1000">
                <a:solidFill>
                  <a:schemeClr val="dk1"/>
                </a:solidFill>
              </a:rPr>
              <a:t>  drawAxis(100);</a:t>
            </a:r>
            <a:endParaRPr sz="1000">
              <a:solidFill>
                <a:schemeClr val="dk1"/>
              </a:solidFill>
            </a:endParaRPr>
          </a:p>
          <a:p>
            <a:pPr indent="0" lvl="0" marL="0" rtl="0" algn="l">
              <a:spcBef>
                <a:spcPts val="0"/>
              </a:spcBef>
              <a:spcAft>
                <a:spcPts val="0"/>
              </a:spcAft>
              <a:buNone/>
            </a:pPr>
            <a:r>
              <a:rPr lang="en" sz="1000">
                <a:solidFill>
                  <a:schemeClr val="dk1"/>
                </a:solidFill>
              </a:rPr>
              <a:t>  strokeWeight(1);</a:t>
            </a:r>
            <a:endParaRPr sz="1000">
              <a:solidFill>
                <a:schemeClr val="dk1"/>
              </a:solidFill>
            </a:endParaRPr>
          </a:p>
          <a:p>
            <a:pPr indent="0" lvl="0" marL="0" rtl="0" algn="l">
              <a:spcBef>
                <a:spcPts val="0"/>
              </a:spcBef>
              <a:spcAft>
                <a:spcPts val="0"/>
              </a:spcAft>
              <a:buNone/>
            </a:pPr>
            <a:r>
              <a:rPr lang="en" sz="1000">
                <a:solidFill>
                  <a:schemeClr val="dk1"/>
                </a:solidFill>
              </a:rPr>
              <a:t>  stroke(200);</a:t>
            </a:r>
            <a:endParaRPr sz="1000">
              <a:solidFill>
                <a:schemeClr val="dk1"/>
              </a:solidFill>
            </a:endParaRPr>
          </a:p>
          <a:p>
            <a:pPr indent="0" lvl="0" marL="0" rtl="0" algn="l">
              <a:spcBef>
                <a:spcPts val="0"/>
              </a:spcBef>
              <a:spcAft>
                <a:spcPts val="0"/>
              </a:spcAft>
              <a:buNone/>
            </a:pPr>
            <a:r>
              <a:rPr lang="en" sz="1000">
                <a:solidFill>
                  <a:schemeClr val="dk1"/>
                </a:solidFill>
              </a:rPr>
              <a:t>  box(100);</a:t>
            </a:r>
            <a:endParaRPr sz="1000">
              <a:solidFill>
                <a:schemeClr val="dk1"/>
              </a:solidFill>
            </a:endParaRPr>
          </a:p>
          <a:p>
            <a:pPr indent="0" lvl="0" marL="0" rtl="0" algn="l">
              <a:spcBef>
                <a:spcPts val="0"/>
              </a:spcBef>
              <a:spcAft>
                <a:spcPts val="0"/>
              </a:spcAft>
              <a:buNone/>
            </a:pPr>
            <a:r>
              <a:rPr lang="en" sz="1000">
                <a:solidFill>
                  <a:schemeClr val="dk1"/>
                </a:solidFill>
              </a:rPr>
              <a:t>}</a:t>
            </a:r>
            <a:endParaRPr sz="1000">
              <a:solidFill>
                <a:schemeClr val="dk1"/>
              </a:solidFill>
            </a:endParaRPr>
          </a:p>
          <a:p>
            <a:pPr indent="0" lvl="0" marL="0" rtl="0" algn="l">
              <a:spcBef>
                <a:spcPts val="0"/>
              </a:spcBef>
              <a:spcAft>
                <a:spcPts val="1600"/>
              </a:spcAft>
              <a:buNone/>
            </a:pPr>
            <a:r>
              <a:t/>
            </a:r>
            <a:endParaRPr sz="1000">
              <a:solidFill>
                <a:srgbClr val="5A5A5A"/>
              </a:solidFill>
            </a:endParaRPr>
          </a:p>
        </p:txBody>
      </p:sp>
      <p:sp>
        <p:nvSpPr>
          <p:cNvPr id="371" name="Google Shape;371;p5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2" name="Google Shape;372;p51"/>
          <p:cNvSpPr txBox="1"/>
          <p:nvPr>
            <p:ph idx="1" type="body"/>
          </p:nvPr>
        </p:nvSpPr>
        <p:spPr>
          <a:xfrm>
            <a:off x="2119550" y="1670875"/>
            <a:ext cx="2363700" cy="2794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rPr>
              <a:t>void drawAxis(int w) {</a:t>
            </a:r>
            <a:endParaRPr sz="1000">
              <a:solidFill>
                <a:schemeClr val="dk1"/>
              </a:solidFill>
            </a:endParaRPr>
          </a:p>
          <a:p>
            <a:pPr indent="0" lvl="0" marL="0" rtl="0" algn="l">
              <a:spcBef>
                <a:spcPts val="0"/>
              </a:spcBef>
              <a:spcAft>
                <a:spcPts val="0"/>
              </a:spcAft>
              <a:buNone/>
            </a:pPr>
            <a:r>
              <a:rPr lang="en" sz="1000">
                <a:solidFill>
                  <a:schemeClr val="dk1"/>
                </a:solidFill>
              </a:rPr>
              <a:t>  strokeWeight(3);</a:t>
            </a:r>
            <a:endParaRPr sz="1000">
              <a:solidFill>
                <a:schemeClr val="dk1"/>
              </a:solidFill>
            </a:endParaRPr>
          </a:p>
          <a:p>
            <a:pPr indent="0" lvl="0" marL="0" rtl="0" algn="l">
              <a:spcBef>
                <a:spcPts val="0"/>
              </a:spcBef>
              <a:spcAft>
                <a:spcPts val="0"/>
              </a:spcAft>
              <a:buNone/>
            </a:pPr>
            <a:r>
              <a:rPr lang="en" sz="1000">
                <a:solidFill>
                  <a:schemeClr val="dk1"/>
                </a:solidFill>
              </a:rPr>
              <a:t>  stroke(255, 0, 0);</a:t>
            </a:r>
            <a:endParaRPr sz="1000">
              <a:solidFill>
                <a:schemeClr val="dk1"/>
              </a:solidFill>
            </a:endParaRPr>
          </a:p>
          <a:p>
            <a:pPr indent="0" lvl="0" marL="0" rtl="0" algn="l">
              <a:spcBef>
                <a:spcPts val="0"/>
              </a:spcBef>
              <a:spcAft>
                <a:spcPts val="0"/>
              </a:spcAft>
              <a:buNone/>
            </a:pPr>
            <a:r>
              <a:rPr lang="en" sz="1000">
                <a:solidFill>
                  <a:schemeClr val="dk1"/>
                </a:solidFill>
              </a:rPr>
              <a:t>  line(-w, 0, 0, w, 0, 0); </a:t>
            </a:r>
            <a:endParaRPr sz="1000">
              <a:solidFill>
                <a:schemeClr val="dk1"/>
              </a:solidFill>
            </a:endParaRPr>
          </a:p>
          <a:p>
            <a:pPr indent="0" lvl="0" marL="0" rtl="0" algn="l">
              <a:spcBef>
                <a:spcPts val="0"/>
              </a:spcBef>
              <a:spcAft>
                <a:spcPts val="0"/>
              </a:spcAft>
              <a:buNone/>
            </a:pPr>
            <a:r>
              <a:rPr lang="en" sz="1000">
                <a:solidFill>
                  <a:schemeClr val="dk1"/>
                </a:solidFill>
              </a:rPr>
              <a:t>  stroke(0, 255, 0);</a:t>
            </a:r>
            <a:endParaRPr sz="1000">
              <a:solidFill>
                <a:schemeClr val="dk1"/>
              </a:solidFill>
            </a:endParaRPr>
          </a:p>
          <a:p>
            <a:pPr indent="0" lvl="0" marL="0" rtl="0" algn="l">
              <a:spcBef>
                <a:spcPts val="0"/>
              </a:spcBef>
              <a:spcAft>
                <a:spcPts val="0"/>
              </a:spcAft>
              <a:buNone/>
            </a:pPr>
            <a:r>
              <a:rPr lang="en" sz="1000">
                <a:solidFill>
                  <a:schemeClr val="dk1"/>
                </a:solidFill>
              </a:rPr>
              <a:t>  line(0, -w, 0, 0, w, 0); </a:t>
            </a:r>
            <a:endParaRPr sz="1000">
              <a:solidFill>
                <a:schemeClr val="dk1"/>
              </a:solidFill>
            </a:endParaRPr>
          </a:p>
          <a:p>
            <a:pPr indent="0" lvl="0" marL="0" rtl="0" algn="l">
              <a:spcBef>
                <a:spcPts val="0"/>
              </a:spcBef>
              <a:spcAft>
                <a:spcPts val="0"/>
              </a:spcAft>
              <a:buNone/>
            </a:pPr>
            <a:r>
              <a:rPr lang="en" sz="1000">
                <a:solidFill>
                  <a:schemeClr val="dk1"/>
                </a:solidFill>
              </a:rPr>
              <a:t>  stroke(0, 0, 255);</a:t>
            </a:r>
            <a:endParaRPr sz="1000">
              <a:solidFill>
                <a:schemeClr val="dk1"/>
              </a:solidFill>
            </a:endParaRPr>
          </a:p>
          <a:p>
            <a:pPr indent="0" lvl="0" marL="0" rtl="0" algn="l">
              <a:spcBef>
                <a:spcPts val="0"/>
              </a:spcBef>
              <a:spcAft>
                <a:spcPts val="0"/>
              </a:spcAft>
              <a:buNone/>
            </a:pPr>
            <a:r>
              <a:rPr lang="en" sz="1000">
                <a:solidFill>
                  <a:schemeClr val="dk1"/>
                </a:solidFill>
              </a:rPr>
              <a:t>  line(0, 0, -w, 0, 0, w); </a:t>
            </a:r>
            <a:endParaRPr sz="1000">
              <a:solidFill>
                <a:schemeClr val="dk1"/>
              </a:solidFill>
            </a:endParaRPr>
          </a:p>
          <a:p>
            <a:pPr indent="0" lvl="0" marL="0" rtl="0" algn="l">
              <a:spcBef>
                <a:spcPts val="0"/>
              </a:spcBef>
              <a:spcAft>
                <a:spcPts val="0"/>
              </a:spcAft>
              <a:buNone/>
            </a:pPr>
            <a:r>
              <a:rPr lang="en" sz="1000">
                <a:solidFill>
                  <a:schemeClr val="dk1"/>
                </a:solidFill>
              </a:rPr>
              <a:t>}</a:t>
            </a:r>
            <a:endParaRPr sz="1000">
              <a:solidFill>
                <a:schemeClr val="dk1"/>
              </a:solidFill>
            </a:endParaRPr>
          </a:p>
          <a:p>
            <a:pPr indent="711200" lvl="0" marL="0" rtl="0" algn="l">
              <a:spcBef>
                <a:spcPts val="0"/>
              </a:spcBef>
              <a:spcAft>
                <a:spcPts val="0"/>
              </a:spcAft>
              <a:buNone/>
            </a:pPr>
            <a:r>
              <a:t/>
            </a:r>
            <a:endParaRPr sz="1000">
              <a:solidFill>
                <a:schemeClr val="dk1"/>
              </a:solidFill>
            </a:endParaRPr>
          </a:p>
          <a:p>
            <a:pPr indent="711200" lvl="0" marL="0" rtl="0" algn="l">
              <a:spcBef>
                <a:spcPts val="0"/>
              </a:spcBef>
              <a:spcAft>
                <a:spcPts val="0"/>
              </a:spcAft>
              <a:buNone/>
            </a:pPr>
            <a:r>
              <a:t/>
            </a:r>
            <a:endParaRPr sz="1000">
              <a:solidFill>
                <a:srgbClr val="5A5A5A"/>
              </a:solidFill>
            </a:endParaRPr>
          </a:p>
          <a:p>
            <a:pPr indent="0" lvl="0" marL="0" rtl="0" algn="l">
              <a:spcBef>
                <a:spcPts val="0"/>
              </a:spcBef>
              <a:spcAft>
                <a:spcPts val="1600"/>
              </a:spcAft>
              <a:buNone/>
            </a:pPr>
            <a:r>
              <a:t/>
            </a:r>
            <a:endParaRPr sz="1000">
              <a:solidFill>
                <a:srgbClr val="5A5A5A"/>
              </a:solidFill>
            </a:endParaRPr>
          </a:p>
        </p:txBody>
      </p:sp>
      <p:pic>
        <p:nvPicPr>
          <p:cNvPr id="373" name="Google Shape;373;p51"/>
          <p:cNvPicPr preferRelativeResize="0"/>
          <p:nvPr/>
        </p:nvPicPr>
        <p:blipFill>
          <a:blip r:embed="rId3">
            <a:alphaModFix/>
          </a:blip>
          <a:stretch>
            <a:fillRect/>
          </a:stretch>
        </p:blipFill>
        <p:spPr>
          <a:xfrm>
            <a:off x="5239172" y="1067375"/>
            <a:ext cx="3362400" cy="3546208"/>
          </a:xfrm>
          <a:prstGeom prst="rect">
            <a:avLst/>
          </a:prstGeom>
          <a:noFill/>
          <a:ln>
            <a:noFill/>
          </a:ln>
        </p:spPr>
      </p:pic>
      <p:pic>
        <p:nvPicPr>
          <p:cNvPr id="374" name="Google Shape;374;p51"/>
          <p:cNvPicPr preferRelativeResize="0"/>
          <p:nvPr/>
        </p:nvPicPr>
        <p:blipFill>
          <a:blip r:embed="rId4">
            <a:alphaModFix/>
          </a:blip>
          <a:stretch>
            <a:fillRect/>
          </a:stretch>
        </p:blipFill>
        <p:spPr>
          <a:xfrm>
            <a:off x="5239172" y="1067375"/>
            <a:ext cx="3362400" cy="354620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4"/>
                                        </p:tgtEl>
                                        <p:attrNameLst>
                                          <p:attrName>style.visibility</p:attrName>
                                        </p:attrNameLst>
                                      </p:cBhvr>
                                      <p:to>
                                        <p:strVal val="visible"/>
                                      </p:to>
                                    </p:set>
                                    <p:animEffect filter="fade" transition="in">
                                      <p:cBhvr>
                                        <p:cTn dur="1000"/>
                                        <p:tgtEl>
                                          <p:spTgt spid="3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5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52"/>
          <p:cNvSpPr txBox="1"/>
          <p:nvPr>
            <p:ph idx="1" type="body"/>
          </p:nvPr>
        </p:nvSpPr>
        <p:spPr>
          <a:xfrm>
            <a:off x="311700" y="1152475"/>
            <a:ext cx="21672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1"/>
                </a:solidFill>
              </a:rPr>
              <a:t>float rotx = PI/4;</a:t>
            </a:r>
            <a:endParaRPr b="1" sz="1000">
              <a:solidFill>
                <a:schemeClr val="dk1"/>
              </a:solidFill>
            </a:endParaRPr>
          </a:p>
          <a:p>
            <a:pPr indent="0" lvl="0" marL="0" rtl="0" algn="l">
              <a:spcBef>
                <a:spcPts val="0"/>
              </a:spcBef>
              <a:spcAft>
                <a:spcPts val="0"/>
              </a:spcAft>
              <a:buNone/>
            </a:pPr>
            <a:r>
              <a:rPr b="1" lang="en" sz="1000">
                <a:solidFill>
                  <a:schemeClr val="dk1"/>
                </a:solidFill>
              </a:rPr>
              <a:t>float roty = PI/4;</a:t>
            </a:r>
            <a:endParaRPr b="1" sz="1000">
              <a:solidFill>
                <a:schemeClr val="dk1"/>
              </a:solidFill>
            </a:endParaRPr>
          </a:p>
          <a:p>
            <a:pPr indent="71120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void setup() { </a:t>
            </a:r>
            <a:endParaRPr sz="1000">
              <a:solidFill>
                <a:schemeClr val="dk1"/>
              </a:solidFill>
            </a:endParaRPr>
          </a:p>
          <a:p>
            <a:pPr indent="0" lvl="0" marL="0" rtl="0" algn="l">
              <a:spcBef>
                <a:spcPts val="0"/>
              </a:spcBef>
              <a:spcAft>
                <a:spcPts val="0"/>
              </a:spcAft>
              <a:buNone/>
            </a:pPr>
            <a:r>
              <a:rPr lang="en" sz="1000">
                <a:solidFill>
                  <a:schemeClr val="dk1"/>
                </a:solidFill>
              </a:rPr>
              <a:t>  size(600, 600, P3D);</a:t>
            </a:r>
            <a:endParaRPr sz="1000">
              <a:solidFill>
                <a:schemeClr val="dk1"/>
              </a:solidFill>
            </a:endParaRPr>
          </a:p>
          <a:p>
            <a:pPr indent="0" lvl="0" marL="0" rtl="0" algn="l">
              <a:spcBef>
                <a:spcPts val="0"/>
              </a:spcBef>
              <a:spcAft>
                <a:spcPts val="0"/>
              </a:spcAft>
              <a:buNone/>
            </a:pPr>
            <a:r>
              <a:rPr lang="en" sz="1000">
                <a:solidFill>
                  <a:schemeClr val="dk1"/>
                </a:solidFill>
              </a:rPr>
              <a:t>}</a:t>
            </a:r>
            <a:endParaRPr sz="1000">
              <a:solidFill>
                <a:schemeClr val="dk1"/>
              </a:solidFill>
            </a:endParaRPr>
          </a:p>
          <a:p>
            <a:pPr indent="71120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void draw() {</a:t>
            </a:r>
            <a:endParaRPr sz="1000">
              <a:solidFill>
                <a:schemeClr val="dk1"/>
              </a:solidFill>
            </a:endParaRPr>
          </a:p>
          <a:p>
            <a:pPr indent="0" lvl="0" marL="0" rtl="0" algn="l">
              <a:spcBef>
                <a:spcPts val="0"/>
              </a:spcBef>
              <a:spcAft>
                <a:spcPts val="0"/>
              </a:spcAft>
              <a:buNone/>
            </a:pPr>
            <a:r>
              <a:rPr lang="en" sz="1000">
                <a:solidFill>
                  <a:schemeClr val="dk1"/>
                </a:solidFill>
              </a:rPr>
              <a:t>  background(200);</a:t>
            </a:r>
            <a:endParaRPr sz="1000">
              <a:solidFill>
                <a:schemeClr val="dk1"/>
              </a:solidFill>
            </a:endParaRPr>
          </a:p>
          <a:p>
            <a:pPr indent="0" lvl="0" marL="0" rtl="0" algn="l">
              <a:spcBef>
                <a:spcPts val="0"/>
              </a:spcBef>
              <a:spcAft>
                <a:spcPts val="0"/>
              </a:spcAft>
              <a:buNone/>
            </a:pPr>
            <a:r>
              <a:rPr lang="en" sz="1000">
                <a:solidFill>
                  <a:schemeClr val="dk1"/>
                </a:solidFill>
              </a:rPr>
              <a:t>  </a:t>
            </a:r>
            <a:r>
              <a:rPr b="1" lang="en" sz="1000">
                <a:solidFill>
                  <a:schemeClr val="dk1"/>
                </a:solidFill>
              </a:rPr>
              <a:t>translate(width/2, height/2);</a:t>
            </a:r>
            <a:endParaRPr b="1" sz="1000">
              <a:solidFill>
                <a:schemeClr val="dk1"/>
              </a:solidFill>
            </a:endParaRPr>
          </a:p>
          <a:p>
            <a:pPr indent="0" lvl="0" marL="0" rtl="0" algn="l">
              <a:spcBef>
                <a:spcPts val="0"/>
              </a:spcBef>
              <a:spcAft>
                <a:spcPts val="0"/>
              </a:spcAft>
              <a:buNone/>
            </a:pPr>
            <a:r>
              <a:rPr b="1" lang="en" sz="1000">
                <a:solidFill>
                  <a:schemeClr val="dk1"/>
                </a:solidFill>
              </a:rPr>
              <a:t>  rotateX(rotx);</a:t>
            </a:r>
            <a:endParaRPr b="1" sz="1000">
              <a:solidFill>
                <a:schemeClr val="dk1"/>
              </a:solidFill>
            </a:endParaRPr>
          </a:p>
          <a:p>
            <a:pPr indent="0" lvl="0" marL="0" rtl="0" algn="l">
              <a:spcBef>
                <a:spcPts val="0"/>
              </a:spcBef>
              <a:spcAft>
                <a:spcPts val="0"/>
              </a:spcAft>
              <a:buNone/>
            </a:pPr>
            <a:r>
              <a:rPr b="1" lang="en" sz="1000">
                <a:solidFill>
                  <a:schemeClr val="dk1"/>
                </a:solidFill>
              </a:rPr>
              <a:t>  rotateY(roty);</a:t>
            </a:r>
            <a:endParaRPr b="1" sz="1000">
              <a:solidFill>
                <a:schemeClr val="dk1"/>
              </a:solidFill>
            </a:endParaRPr>
          </a:p>
          <a:p>
            <a:pPr indent="71120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  drawAxis(100);</a:t>
            </a:r>
            <a:endParaRPr sz="1000">
              <a:solidFill>
                <a:schemeClr val="dk1"/>
              </a:solidFill>
            </a:endParaRPr>
          </a:p>
          <a:p>
            <a:pPr indent="0" lvl="0" marL="0" rtl="0" algn="l">
              <a:spcBef>
                <a:spcPts val="0"/>
              </a:spcBef>
              <a:spcAft>
                <a:spcPts val="0"/>
              </a:spcAft>
              <a:buNone/>
            </a:pPr>
            <a:r>
              <a:rPr lang="en" sz="1000">
                <a:solidFill>
                  <a:schemeClr val="dk1"/>
                </a:solidFill>
              </a:rPr>
              <a:t>  strokeWeight(1);</a:t>
            </a:r>
            <a:endParaRPr sz="1000">
              <a:solidFill>
                <a:schemeClr val="dk1"/>
              </a:solidFill>
            </a:endParaRPr>
          </a:p>
          <a:p>
            <a:pPr indent="0" lvl="0" marL="0" rtl="0" algn="l">
              <a:spcBef>
                <a:spcPts val="0"/>
              </a:spcBef>
              <a:spcAft>
                <a:spcPts val="0"/>
              </a:spcAft>
              <a:buNone/>
            </a:pPr>
            <a:r>
              <a:rPr lang="en" sz="1000">
                <a:solidFill>
                  <a:schemeClr val="dk1"/>
                </a:solidFill>
              </a:rPr>
              <a:t>  stroke(200);</a:t>
            </a:r>
            <a:endParaRPr sz="1000">
              <a:solidFill>
                <a:schemeClr val="dk1"/>
              </a:solidFill>
            </a:endParaRPr>
          </a:p>
          <a:p>
            <a:pPr indent="0" lvl="0" marL="0" rtl="0" algn="l">
              <a:spcBef>
                <a:spcPts val="0"/>
              </a:spcBef>
              <a:spcAft>
                <a:spcPts val="0"/>
              </a:spcAft>
              <a:buNone/>
            </a:pPr>
            <a:r>
              <a:rPr lang="en" sz="1000">
                <a:solidFill>
                  <a:schemeClr val="dk1"/>
                </a:solidFill>
              </a:rPr>
              <a:t>  box(100);</a:t>
            </a:r>
            <a:endParaRPr sz="1000">
              <a:solidFill>
                <a:schemeClr val="dk1"/>
              </a:solidFill>
            </a:endParaRPr>
          </a:p>
          <a:p>
            <a:pPr indent="0" lvl="0" marL="0" rtl="0" algn="l">
              <a:spcBef>
                <a:spcPts val="0"/>
              </a:spcBef>
              <a:spcAft>
                <a:spcPts val="0"/>
              </a:spcAft>
              <a:buNone/>
            </a:pPr>
            <a:r>
              <a:rPr lang="en" sz="1000">
                <a:solidFill>
                  <a:schemeClr val="dk1"/>
                </a:solidFill>
              </a:rPr>
              <a:t>}</a:t>
            </a:r>
            <a:endParaRPr sz="1000">
              <a:solidFill>
                <a:schemeClr val="dk1"/>
              </a:solidFill>
            </a:endParaRPr>
          </a:p>
          <a:p>
            <a:pPr indent="0" lvl="0" marL="0" rtl="0" algn="l">
              <a:spcBef>
                <a:spcPts val="0"/>
              </a:spcBef>
              <a:spcAft>
                <a:spcPts val="1600"/>
              </a:spcAft>
              <a:buNone/>
            </a:pPr>
            <a:r>
              <a:t/>
            </a:r>
            <a:endParaRPr sz="1000">
              <a:solidFill>
                <a:srgbClr val="5A5A5A"/>
              </a:solidFill>
            </a:endParaRPr>
          </a:p>
        </p:txBody>
      </p:sp>
      <p:sp>
        <p:nvSpPr>
          <p:cNvPr id="381" name="Google Shape;381;p5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2" name="Google Shape;382;p52"/>
          <p:cNvSpPr txBox="1"/>
          <p:nvPr>
            <p:ph idx="1" type="body"/>
          </p:nvPr>
        </p:nvSpPr>
        <p:spPr>
          <a:xfrm>
            <a:off x="2119550" y="1670875"/>
            <a:ext cx="2363700" cy="2794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rPr>
              <a:t>void drawAxis(int w) {</a:t>
            </a:r>
            <a:endParaRPr sz="1000">
              <a:solidFill>
                <a:schemeClr val="dk1"/>
              </a:solidFill>
            </a:endParaRPr>
          </a:p>
          <a:p>
            <a:pPr indent="0" lvl="0" marL="0" rtl="0" algn="l">
              <a:spcBef>
                <a:spcPts val="0"/>
              </a:spcBef>
              <a:spcAft>
                <a:spcPts val="0"/>
              </a:spcAft>
              <a:buNone/>
            </a:pPr>
            <a:r>
              <a:rPr lang="en" sz="1000">
                <a:solidFill>
                  <a:schemeClr val="dk1"/>
                </a:solidFill>
              </a:rPr>
              <a:t>  strokeWeight(3);</a:t>
            </a:r>
            <a:endParaRPr sz="1000">
              <a:solidFill>
                <a:schemeClr val="dk1"/>
              </a:solidFill>
            </a:endParaRPr>
          </a:p>
          <a:p>
            <a:pPr indent="0" lvl="0" marL="0" rtl="0" algn="l">
              <a:spcBef>
                <a:spcPts val="0"/>
              </a:spcBef>
              <a:spcAft>
                <a:spcPts val="0"/>
              </a:spcAft>
              <a:buNone/>
            </a:pPr>
            <a:r>
              <a:rPr lang="en" sz="1000">
                <a:solidFill>
                  <a:schemeClr val="dk1"/>
                </a:solidFill>
              </a:rPr>
              <a:t>  stroke(255, 0, 0);</a:t>
            </a:r>
            <a:endParaRPr sz="1000">
              <a:solidFill>
                <a:schemeClr val="dk1"/>
              </a:solidFill>
            </a:endParaRPr>
          </a:p>
          <a:p>
            <a:pPr indent="0" lvl="0" marL="0" rtl="0" algn="l">
              <a:spcBef>
                <a:spcPts val="0"/>
              </a:spcBef>
              <a:spcAft>
                <a:spcPts val="0"/>
              </a:spcAft>
              <a:buNone/>
            </a:pPr>
            <a:r>
              <a:rPr lang="en" sz="1000">
                <a:solidFill>
                  <a:schemeClr val="dk1"/>
                </a:solidFill>
              </a:rPr>
              <a:t>  line(-w, 0, 0, w, 0, 0); </a:t>
            </a:r>
            <a:endParaRPr sz="1000">
              <a:solidFill>
                <a:schemeClr val="dk1"/>
              </a:solidFill>
            </a:endParaRPr>
          </a:p>
          <a:p>
            <a:pPr indent="0" lvl="0" marL="0" rtl="0" algn="l">
              <a:spcBef>
                <a:spcPts val="0"/>
              </a:spcBef>
              <a:spcAft>
                <a:spcPts val="0"/>
              </a:spcAft>
              <a:buNone/>
            </a:pPr>
            <a:r>
              <a:rPr lang="en" sz="1000">
                <a:solidFill>
                  <a:schemeClr val="dk1"/>
                </a:solidFill>
              </a:rPr>
              <a:t>  stroke(0, 255, 0);</a:t>
            </a:r>
            <a:endParaRPr sz="1000">
              <a:solidFill>
                <a:schemeClr val="dk1"/>
              </a:solidFill>
            </a:endParaRPr>
          </a:p>
          <a:p>
            <a:pPr indent="0" lvl="0" marL="0" rtl="0" algn="l">
              <a:spcBef>
                <a:spcPts val="0"/>
              </a:spcBef>
              <a:spcAft>
                <a:spcPts val="0"/>
              </a:spcAft>
              <a:buNone/>
            </a:pPr>
            <a:r>
              <a:rPr lang="en" sz="1000">
                <a:solidFill>
                  <a:schemeClr val="dk1"/>
                </a:solidFill>
              </a:rPr>
              <a:t>  line(0, -w, 0, 0, w, 0); </a:t>
            </a:r>
            <a:endParaRPr sz="1000">
              <a:solidFill>
                <a:schemeClr val="dk1"/>
              </a:solidFill>
            </a:endParaRPr>
          </a:p>
          <a:p>
            <a:pPr indent="0" lvl="0" marL="0" rtl="0" algn="l">
              <a:spcBef>
                <a:spcPts val="0"/>
              </a:spcBef>
              <a:spcAft>
                <a:spcPts val="0"/>
              </a:spcAft>
              <a:buNone/>
            </a:pPr>
            <a:r>
              <a:rPr lang="en" sz="1000">
                <a:solidFill>
                  <a:schemeClr val="dk1"/>
                </a:solidFill>
              </a:rPr>
              <a:t>  stroke(0, 0, 255);</a:t>
            </a:r>
            <a:endParaRPr sz="1000">
              <a:solidFill>
                <a:schemeClr val="dk1"/>
              </a:solidFill>
            </a:endParaRPr>
          </a:p>
          <a:p>
            <a:pPr indent="0" lvl="0" marL="0" rtl="0" algn="l">
              <a:spcBef>
                <a:spcPts val="0"/>
              </a:spcBef>
              <a:spcAft>
                <a:spcPts val="0"/>
              </a:spcAft>
              <a:buNone/>
            </a:pPr>
            <a:r>
              <a:rPr lang="en" sz="1000">
                <a:solidFill>
                  <a:schemeClr val="dk1"/>
                </a:solidFill>
              </a:rPr>
              <a:t>  line(0, 0, -w, 0, 0, w); </a:t>
            </a:r>
            <a:endParaRPr sz="1000">
              <a:solidFill>
                <a:schemeClr val="dk1"/>
              </a:solidFill>
            </a:endParaRPr>
          </a:p>
          <a:p>
            <a:pPr indent="0" lvl="0" marL="0" rtl="0" algn="l">
              <a:spcBef>
                <a:spcPts val="0"/>
              </a:spcBef>
              <a:spcAft>
                <a:spcPts val="0"/>
              </a:spcAft>
              <a:buNone/>
            </a:pPr>
            <a:r>
              <a:rPr lang="en" sz="1000">
                <a:solidFill>
                  <a:schemeClr val="dk1"/>
                </a:solidFill>
              </a:rPr>
              <a:t>}</a:t>
            </a:r>
            <a:endParaRPr sz="1000">
              <a:solidFill>
                <a:schemeClr val="dk1"/>
              </a:solidFill>
            </a:endParaRPr>
          </a:p>
          <a:p>
            <a:pPr indent="71120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b="1" lang="en" sz="1000">
                <a:solidFill>
                  <a:schemeClr val="dk1"/>
                </a:solidFill>
              </a:rPr>
              <a:t>void mouseDragged() {</a:t>
            </a:r>
            <a:endParaRPr b="1" sz="1000">
              <a:solidFill>
                <a:schemeClr val="dk1"/>
              </a:solidFill>
            </a:endParaRPr>
          </a:p>
          <a:p>
            <a:pPr indent="0" lvl="0" marL="0" rtl="0" algn="l">
              <a:spcBef>
                <a:spcPts val="0"/>
              </a:spcBef>
              <a:spcAft>
                <a:spcPts val="0"/>
              </a:spcAft>
              <a:buNone/>
            </a:pPr>
            <a:r>
              <a:rPr b="1" lang="en" sz="1000">
                <a:solidFill>
                  <a:schemeClr val="dk1"/>
                </a:solidFill>
              </a:rPr>
              <a:t>  float rate = 0.01;</a:t>
            </a:r>
            <a:endParaRPr b="1" sz="1000">
              <a:solidFill>
                <a:schemeClr val="dk1"/>
              </a:solidFill>
            </a:endParaRPr>
          </a:p>
          <a:p>
            <a:pPr indent="0" lvl="0" marL="0" rtl="0" algn="l">
              <a:spcBef>
                <a:spcPts val="0"/>
              </a:spcBef>
              <a:spcAft>
                <a:spcPts val="0"/>
              </a:spcAft>
              <a:buNone/>
            </a:pPr>
            <a:r>
              <a:rPr b="1" lang="en" sz="1000">
                <a:solidFill>
                  <a:schemeClr val="dk1"/>
                </a:solidFill>
              </a:rPr>
              <a:t>  rotx += (pmouseY-mouseY) * rate;</a:t>
            </a:r>
            <a:endParaRPr b="1" sz="1000">
              <a:solidFill>
                <a:schemeClr val="dk1"/>
              </a:solidFill>
            </a:endParaRPr>
          </a:p>
          <a:p>
            <a:pPr indent="0" lvl="0" marL="0" rtl="0" algn="l">
              <a:spcBef>
                <a:spcPts val="0"/>
              </a:spcBef>
              <a:spcAft>
                <a:spcPts val="0"/>
              </a:spcAft>
              <a:buNone/>
            </a:pPr>
            <a:r>
              <a:rPr b="1" lang="en" sz="1000">
                <a:solidFill>
                  <a:schemeClr val="dk1"/>
                </a:solidFill>
              </a:rPr>
              <a:t>  roty += (mouseX-pmouseX) * rate;</a:t>
            </a:r>
            <a:endParaRPr b="1" sz="1000">
              <a:solidFill>
                <a:schemeClr val="dk1"/>
              </a:solidFill>
            </a:endParaRPr>
          </a:p>
          <a:p>
            <a:pPr indent="0" lvl="0" marL="0" rtl="0" algn="l">
              <a:spcBef>
                <a:spcPts val="0"/>
              </a:spcBef>
              <a:spcAft>
                <a:spcPts val="0"/>
              </a:spcAft>
              <a:buNone/>
            </a:pPr>
            <a:r>
              <a:rPr b="1" lang="en" sz="1000">
                <a:solidFill>
                  <a:schemeClr val="dk1"/>
                </a:solidFill>
              </a:rPr>
              <a:t>}</a:t>
            </a:r>
            <a:endParaRPr b="1" sz="1000">
              <a:solidFill>
                <a:schemeClr val="dk1"/>
              </a:solidFill>
            </a:endParaRPr>
          </a:p>
          <a:p>
            <a:pPr indent="711200" lvl="0" marL="0" rtl="0" algn="l">
              <a:spcBef>
                <a:spcPts val="0"/>
              </a:spcBef>
              <a:spcAft>
                <a:spcPts val="0"/>
              </a:spcAft>
              <a:buNone/>
            </a:pPr>
            <a:r>
              <a:t/>
            </a:r>
            <a:endParaRPr sz="1000">
              <a:solidFill>
                <a:srgbClr val="5A5A5A"/>
              </a:solidFill>
            </a:endParaRPr>
          </a:p>
          <a:p>
            <a:pPr indent="0" lvl="0" marL="0" rtl="0" algn="l">
              <a:spcBef>
                <a:spcPts val="0"/>
              </a:spcBef>
              <a:spcAft>
                <a:spcPts val="1600"/>
              </a:spcAft>
              <a:buNone/>
            </a:pPr>
            <a:r>
              <a:t/>
            </a:r>
            <a:endParaRPr sz="1000">
              <a:solidFill>
                <a:srgbClr val="5A5A5A"/>
              </a:solidFill>
            </a:endParaRPr>
          </a:p>
        </p:txBody>
      </p:sp>
      <p:pic>
        <p:nvPicPr>
          <p:cNvPr id="383" name="Google Shape;383;p52"/>
          <p:cNvPicPr preferRelativeResize="0"/>
          <p:nvPr/>
        </p:nvPicPr>
        <p:blipFill>
          <a:blip r:embed="rId3">
            <a:alphaModFix/>
          </a:blip>
          <a:stretch>
            <a:fillRect/>
          </a:stretch>
        </p:blipFill>
        <p:spPr>
          <a:xfrm>
            <a:off x="5239172" y="1067375"/>
            <a:ext cx="3362400" cy="3546208"/>
          </a:xfrm>
          <a:prstGeom prst="rect">
            <a:avLst/>
          </a:prstGeom>
          <a:noFill/>
          <a:ln>
            <a:noFill/>
          </a:ln>
        </p:spPr>
      </p:pic>
      <p:pic>
        <p:nvPicPr>
          <p:cNvPr id="384" name="Google Shape;384;p52"/>
          <p:cNvPicPr preferRelativeResize="0"/>
          <p:nvPr/>
        </p:nvPicPr>
        <p:blipFill>
          <a:blip r:embed="rId4">
            <a:alphaModFix/>
          </a:blip>
          <a:stretch>
            <a:fillRect/>
          </a:stretch>
        </p:blipFill>
        <p:spPr>
          <a:xfrm>
            <a:off x="5239172" y="1067375"/>
            <a:ext cx="3362400" cy="354620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4"/>
                                        </p:tgtEl>
                                        <p:attrNameLst>
                                          <p:attrName>style.visibility</p:attrName>
                                        </p:attrNameLst>
                                      </p:cBhvr>
                                      <p:to>
                                        <p:strVal val="visible"/>
                                      </p:to>
                                    </p:set>
                                    <p:animEffect filter="fade" transition="in">
                                      <p:cBhvr>
                                        <p:cTn dur="1000"/>
                                        <p:tgtEl>
                                          <p:spTgt spid="3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5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53"/>
          <p:cNvSpPr txBox="1"/>
          <p:nvPr>
            <p:ph idx="1" type="body"/>
          </p:nvPr>
        </p:nvSpPr>
        <p:spPr>
          <a:xfrm>
            <a:off x="311700" y="1152475"/>
            <a:ext cx="21672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rPr>
              <a:t>float rotx = PI/4;</a:t>
            </a:r>
            <a:endParaRPr sz="1000">
              <a:solidFill>
                <a:schemeClr val="dk1"/>
              </a:solidFill>
            </a:endParaRPr>
          </a:p>
          <a:p>
            <a:pPr indent="0" lvl="0" marL="0" rtl="0" algn="l">
              <a:spcBef>
                <a:spcPts val="0"/>
              </a:spcBef>
              <a:spcAft>
                <a:spcPts val="0"/>
              </a:spcAft>
              <a:buNone/>
            </a:pPr>
            <a:r>
              <a:rPr lang="en" sz="1000">
                <a:solidFill>
                  <a:schemeClr val="dk1"/>
                </a:solidFill>
              </a:rPr>
              <a:t>float roty = PI/4;</a:t>
            </a:r>
            <a:endParaRPr sz="1000">
              <a:solidFill>
                <a:schemeClr val="dk1"/>
              </a:solidFill>
            </a:endParaRPr>
          </a:p>
          <a:p>
            <a:pPr indent="71120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void setup() { </a:t>
            </a:r>
            <a:endParaRPr sz="1000">
              <a:solidFill>
                <a:schemeClr val="dk1"/>
              </a:solidFill>
            </a:endParaRPr>
          </a:p>
          <a:p>
            <a:pPr indent="0" lvl="0" marL="0" rtl="0" algn="l">
              <a:spcBef>
                <a:spcPts val="0"/>
              </a:spcBef>
              <a:spcAft>
                <a:spcPts val="0"/>
              </a:spcAft>
              <a:buNone/>
            </a:pPr>
            <a:r>
              <a:rPr lang="en" sz="1000">
                <a:solidFill>
                  <a:schemeClr val="dk1"/>
                </a:solidFill>
              </a:rPr>
              <a:t>  size(600, 600, P3D);</a:t>
            </a:r>
            <a:endParaRPr sz="1000">
              <a:solidFill>
                <a:schemeClr val="dk1"/>
              </a:solidFill>
            </a:endParaRPr>
          </a:p>
          <a:p>
            <a:pPr indent="0" lvl="0" marL="0" rtl="0" algn="l">
              <a:spcBef>
                <a:spcPts val="0"/>
              </a:spcBef>
              <a:spcAft>
                <a:spcPts val="0"/>
              </a:spcAft>
              <a:buNone/>
            </a:pPr>
            <a:r>
              <a:rPr lang="en" sz="1000">
                <a:solidFill>
                  <a:schemeClr val="dk1"/>
                </a:solidFill>
              </a:rPr>
              <a:t>}</a:t>
            </a:r>
            <a:endParaRPr sz="1000">
              <a:solidFill>
                <a:schemeClr val="dk1"/>
              </a:solidFill>
            </a:endParaRPr>
          </a:p>
          <a:p>
            <a:pPr indent="71120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void draw() {</a:t>
            </a:r>
            <a:endParaRPr sz="1000">
              <a:solidFill>
                <a:schemeClr val="dk1"/>
              </a:solidFill>
            </a:endParaRPr>
          </a:p>
          <a:p>
            <a:pPr indent="0" lvl="0" marL="0" rtl="0" algn="l">
              <a:spcBef>
                <a:spcPts val="0"/>
              </a:spcBef>
              <a:spcAft>
                <a:spcPts val="0"/>
              </a:spcAft>
              <a:buNone/>
            </a:pPr>
            <a:r>
              <a:rPr lang="en" sz="1000">
                <a:solidFill>
                  <a:schemeClr val="dk1"/>
                </a:solidFill>
              </a:rPr>
              <a:t>  background(200);</a:t>
            </a:r>
            <a:endParaRPr sz="1000">
              <a:solidFill>
                <a:schemeClr val="dk1"/>
              </a:solidFill>
            </a:endParaRPr>
          </a:p>
          <a:p>
            <a:pPr indent="0" lvl="0" marL="0" rtl="0" algn="l">
              <a:spcBef>
                <a:spcPts val="0"/>
              </a:spcBef>
              <a:spcAft>
                <a:spcPts val="0"/>
              </a:spcAft>
              <a:buNone/>
            </a:pPr>
            <a:r>
              <a:rPr lang="en" sz="1000">
                <a:solidFill>
                  <a:schemeClr val="dk1"/>
                </a:solidFill>
              </a:rPr>
              <a:t>  translate(width/2, height/2);</a:t>
            </a:r>
            <a:endParaRPr sz="1000">
              <a:solidFill>
                <a:schemeClr val="dk1"/>
              </a:solidFill>
            </a:endParaRPr>
          </a:p>
          <a:p>
            <a:pPr indent="0" lvl="0" marL="0" rtl="0" algn="l">
              <a:spcBef>
                <a:spcPts val="0"/>
              </a:spcBef>
              <a:spcAft>
                <a:spcPts val="0"/>
              </a:spcAft>
              <a:buNone/>
            </a:pPr>
            <a:r>
              <a:rPr lang="en" sz="1000">
                <a:solidFill>
                  <a:schemeClr val="dk1"/>
                </a:solidFill>
              </a:rPr>
              <a:t>  rotateX(rotx);</a:t>
            </a:r>
            <a:endParaRPr sz="1000">
              <a:solidFill>
                <a:schemeClr val="dk1"/>
              </a:solidFill>
            </a:endParaRPr>
          </a:p>
          <a:p>
            <a:pPr indent="0" lvl="0" marL="0" rtl="0" algn="l">
              <a:spcBef>
                <a:spcPts val="0"/>
              </a:spcBef>
              <a:spcAft>
                <a:spcPts val="0"/>
              </a:spcAft>
              <a:buNone/>
            </a:pPr>
            <a:r>
              <a:rPr lang="en" sz="1000">
                <a:solidFill>
                  <a:schemeClr val="dk1"/>
                </a:solidFill>
              </a:rPr>
              <a:t>  rotateY(roty);</a:t>
            </a:r>
            <a:endParaRPr sz="1000">
              <a:solidFill>
                <a:schemeClr val="dk1"/>
              </a:solidFill>
            </a:endParaRPr>
          </a:p>
          <a:p>
            <a:pPr indent="71120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  drawAxis(</a:t>
            </a:r>
            <a:r>
              <a:rPr b="1" lang="en" sz="1000">
                <a:solidFill>
                  <a:schemeClr val="dk1"/>
                </a:solidFill>
              </a:rPr>
              <a:t>200</a:t>
            </a:r>
            <a:r>
              <a:rPr lang="en" sz="1000">
                <a:solidFill>
                  <a:schemeClr val="dk1"/>
                </a:solidFill>
              </a:rPr>
              <a:t>);</a:t>
            </a:r>
            <a:endParaRPr sz="1000">
              <a:solidFill>
                <a:schemeClr val="dk1"/>
              </a:solidFill>
            </a:endParaRPr>
          </a:p>
          <a:p>
            <a:pPr indent="0" lvl="0" marL="0" rtl="0" algn="l">
              <a:spcBef>
                <a:spcPts val="0"/>
              </a:spcBef>
              <a:spcAft>
                <a:spcPts val="0"/>
              </a:spcAft>
              <a:buNone/>
            </a:pPr>
            <a:r>
              <a:rPr lang="en" sz="1000">
                <a:solidFill>
                  <a:schemeClr val="dk1"/>
                </a:solidFill>
              </a:rPr>
              <a:t>  </a:t>
            </a:r>
            <a:r>
              <a:rPr b="1" lang="en" sz="1000">
                <a:solidFill>
                  <a:schemeClr val="dk1"/>
                </a:solidFill>
              </a:rPr>
              <a:t>drawBox(255, 0, 0, 100);</a:t>
            </a:r>
            <a:endParaRPr b="1" sz="1000">
              <a:solidFill>
                <a:schemeClr val="dk1"/>
              </a:solidFill>
            </a:endParaRPr>
          </a:p>
          <a:p>
            <a:pPr indent="0" lvl="0" marL="0" rtl="0" algn="l">
              <a:spcBef>
                <a:spcPts val="0"/>
              </a:spcBef>
              <a:spcAft>
                <a:spcPts val="0"/>
              </a:spcAft>
              <a:buNone/>
            </a:pPr>
            <a:r>
              <a:rPr lang="en" sz="1000">
                <a:solidFill>
                  <a:schemeClr val="dk1"/>
                </a:solidFill>
              </a:rPr>
              <a:t>}</a:t>
            </a:r>
            <a:endParaRPr sz="1000">
              <a:solidFill>
                <a:schemeClr val="dk1"/>
              </a:solidFill>
            </a:endParaRPr>
          </a:p>
          <a:p>
            <a:pPr indent="0" lvl="0" marL="0" rtl="0" algn="l">
              <a:spcBef>
                <a:spcPts val="0"/>
              </a:spcBef>
              <a:spcAft>
                <a:spcPts val="1600"/>
              </a:spcAft>
              <a:buNone/>
            </a:pPr>
            <a:r>
              <a:t/>
            </a:r>
            <a:endParaRPr sz="1000">
              <a:solidFill>
                <a:srgbClr val="5A5A5A"/>
              </a:solidFill>
            </a:endParaRPr>
          </a:p>
        </p:txBody>
      </p:sp>
      <p:sp>
        <p:nvSpPr>
          <p:cNvPr id="391" name="Google Shape;391;p5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92" name="Google Shape;392;p53"/>
          <p:cNvSpPr txBox="1"/>
          <p:nvPr>
            <p:ph idx="1" type="body"/>
          </p:nvPr>
        </p:nvSpPr>
        <p:spPr>
          <a:xfrm>
            <a:off x="2119550" y="1670875"/>
            <a:ext cx="2569800" cy="2794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1"/>
                </a:solidFill>
              </a:rPr>
              <a:t>void drawBox(int r, int g, int b, int w) {</a:t>
            </a:r>
            <a:endParaRPr b="1" sz="1000">
              <a:solidFill>
                <a:schemeClr val="dk1"/>
              </a:solidFill>
            </a:endParaRPr>
          </a:p>
          <a:p>
            <a:pPr indent="0" lvl="0" marL="0" rtl="0" algn="l">
              <a:spcBef>
                <a:spcPts val="0"/>
              </a:spcBef>
              <a:spcAft>
                <a:spcPts val="0"/>
              </a:spcAft>
              <a:buNone/>
            </a:pPr>
            <a:r>
              <a:rPr b="1" lang="en" sz="1000">
                <a:solidFill>
                  <a:schemeClr val="dk1"/>
                </a:solidFill>
              </a:rPr>
              <a:t>  strokeWeight(1);</a:t>
            </a:r>
            <a:endParaRPr b="1" sz="1000">
              <a:solidFill>
                <a:schemeClr val="dk1"/>
              </a:solidFill>
            </a:endParaRPr>
          </a:p>
          <a:p>
            <a:pPr indent="0" lvl="0" marL="0" rtl="0" algn="l">
              <a:spcBef>
                <a:spcPts val="0"/>
              </a:spcBef>
              <a:spcAft>
                <a:spcPts val="0"/>
              </a:spcAft>
              <a:buNone/>
            </a:pPr>
            <a:r>
              <a:rPr b="1" lang="en" sz="1000">
                <a:solidFill>
                  <a:schemeClr val="dk1"/>
                </a:solidFill>
              </a:rPr>
              <a:t>  stroke(200);</a:t>
            </a:r>
            <a:endParaRPr b="1" sz="1000">
              <a:solidFill>
                <a:schemeClr val="dk1"/>
              </a:solidFill>
            </a:endParaRPr>
          </a:p>
          <a:p>
            <a:pPr indent="0" lvl="0" marL="0" rtl="0" algn="l">
              <a:spcBef>
                <a:spcPts val="0"/>
              </a:spcBef>
              <a:spcAft>
                <a:spcPts val="0"/>
              </a:spcAft>
              <a:buNone/>
            </a:pPr>
            <a:r>
              <a:rPr b="1" lang="en" sz="1000">
                <a:solidFill>
                  <a:schemeClr val="dk1"/>
                </a:solidFill>
              </a:rPr>
              <a:t>  fill(r, g, b);</a:t>
            </a:r>
            <a:endParaRPr b="1" sz="1000">
              <a:solidFill>
                <a:schemeClr val="dk1"/>
              </a:solidFill>
            </a:endParaRPr>
          </a:p>
          <a:p>
            <a:pPr indent="0" lvl="0" marL="0" rtl="0" algn="l">
              <a:spcBef>
                <a:spcPts val="0"/>
              </a:spcBef>
              <a:spcAft>
                <a:spcPts val="0"/>
              </a:spcAft>
              <a:buNone/>
            </a:pPr>
            <a:r>
              <a:rPr b="1" lang="en" sz="1000">
                <a:solidFill>
                  <a:schemeClr val="dk1"/>
                </a:solidFill>
              </a:rPr>
              <a:t>  box(w);</a:t>
            </a:r>
            <a:endParaRPr b="1" sz="1000">
              <a:solidFill>
                <a:schemeClr val="dk1"/>
              </a:solidFill>
            </a:endParaRPr>
          </a:p>
          <a:p>
            <a:pPr indent="0" lvl="0" marL="0" rtl="0" algn="l">
              <a:spcBef>
                <a:spcPts val="0"/>
              </a:spcBef>
              <a:spcAft>
                <a:spcPts val="0"/>
              </a:spcAft>
              <a:buNone/>
            </a:pPr>
            <a:r>
              <a:rPr b="1" lang="en" sz="1000">
                <a:solidFill>
                  <a:schemeClr val="dk1"/>
                </a:solidFill>
              </a:rPr>
              <a:t>}</a:t>
            </a:r>
            <a:endParaRPr b="1"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Clr>
                <a:schemeClr val="dk1"/>
              </a:buClr>
              <a:buSzPts val="1100"/>
              <a:buFont typeface="Arial"/>
              <a:buNone/>
            </a:pPr>
            <a:r>
              <a:rPr lang="en" sz="1000">
                <a:solidFill>
                  <a:schemeClr val="dk1"/>
                </a:solidFill>
              </a:rPr>
              <a:t>void mouseDragged() { … }</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void drawAxis(int w) { … }</a:t>
            </a:r>
            <a:endParaRPr sz="1000">
              <a:solidFill>
                <a:schemeClr val="dk1"/>
              </a:solidFill>
            </a:endParaRPr>
          </a:p>
          <a:p>
            <a:pPr indent="711200" lvl="0" marL="0" rtl="0" algn="l">
              <a:spcBef>
                <a:spcPts val="0"/>
              </a:spcBef>
              <a:spcAft>
                <a:spcPts val="0"/>
              </a:spcAft>
              <a:buNone/>
            </a:pPr>
            <a:r>
              <a:t/>
            </a:r>
            <a:endParaRPr sz="1000">
              <a:solidFill>
                <a:srgbClr val="5A5A5A"/>
              </a:solidFill>
            </a:endParaRPr>
          </a:p>
          <a:p>
            <a:pPr indent="0" lvl="0" marL="0" rtl="0" algn="l">
              <a:spcBef>
                <a:spcPts val="0"/>
              </a:spcBef>
              <a:spcAft>
                <a:spcPts val="1600"/>
              </a:spcAft>
              <a:buNone/>
            </a:pPr>
            <a:r>
              <a:rPr lang="en" sz="1000">
                <a:solidFill>
                  <a:srgbClr val="5A5A5A"/>
                </a:solidFill>
              </a:rPr>
              <a:t>  </a:t>
            </a:r>
            <a:endParaRPr sz="1000">
              <a:solidFill>
                <a:srgbClr val="5A5A5A"/>
              </a:solidFill>
            </a:endParaRPr>
          </a:p>
        </p:txBody>
      </p:sp>
      <p:pic>
        <p:nvPicPr>
          <p:cNvPr id="393" name="Google Shape;393;p53"/>
          <p:cNvPicPr preferRelativeResize="0"/>
          <p:nvPr/>
        </p:nvPicPr>
        <p:blipFill>
          <a:blip r:embed="rId3">
            <a:alphaModFix/>
          </a:blip>
          <a:stretch>
            <a:fillRect/>
          </a:stretch>
        </p:blipFill>
        <p:spPr>
          <a:xfrm>
            <a:off x="5239172" y="1067375"/>
            <a:ext cx="3362400" cy="3546208"/>
          </a:xfrm>
          <a:prstGeom prst="rect">
            <a:avLst/>
          </a:prstGeom>
          <a:noFill/>
          <a:ln>
            <a:noFill/>
          </a:ln>
        </p:spPr>
      </p:pic>
      <p:pic>
        <p:nvPicPr>
          <p:cNvPr id="394" name="Google Shape;394;p53"/>
          <p:cNvPicPr preferRelativeResize="0"/>
          <p:nvPr/>
        </p:nvPicPr>
        <p:blipFill>
          <a:blip r:embed="rId4">
            <a:alphaModFix/>
          </a:blip>
          <a:stretch>
            <a:fillRect/>
          </a:stretch>
        </p:blipFill>
        <p:spPr>
          <a:xfrm>
            <a:off x="5239173" y="1067375"/>
            <a:ext cx="3362400" cy="354620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4"/>
                                        </p:tgtEl>
                                        <p:attrNameLst>
                                          <p:attrName>style.visibility</p:attrName>
                                        </p:attrNameLst>
                                      </p:cBhvr>
                                      <p:to>
                                        <p:strVal val="visible"/>
                                      </p:to>
                                    </p:set>
                                    <p:animEffect filter="fade" transition="in">
                                      <p:cBhvr>
                                        <p:cTn dur="1000"/>
                                        <p:tgtEl>
                                          <p:spTgt spid="3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5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54"/>
          <p:cNvSpPr txBox="1"/>
          <p:nvPr>
            <p:ph idx="1" type="body"/>
          </p:nvPr>
        </p:nvSpPr>
        <p:spPr>
          <a:xfrm>
            <a:off x="311700" y="1152475"/>
            <a:ext cx="2167200" cy="373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rPr>
              <a:t>float rotx ..</a:t>
            </a:r>
            <a:endParaRPr sz="1000">
              <a:solidFill>
                <a:schemeClr val="dk1"/>
              </a:solidFill>
            </a:endParaRPr>
          </a:p>
          <a:p>
            <a:pPr indent="71120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void setup() { .. }</a:t>
            </a:r>
            <a:endParaRPr sz="1000">
              <a:solidFill>
                <a:schemeClr val="dk1"/>
              </a:solidFill>
            </a:endParaRPr>
          </a:p>
          <a:p>
            <a:pPr indent="71120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void draw() {</a:t>
            </a:r>
            <a:endParaRPr sz="1000">
              <a:solidFill>
                <a:schemeClr val="dk1"/>
              </a:solidFill>
            </a:endParaRPr>
          </a:p>
          <a:p>
            <a:pPr indent="0" lvl="0" marL="0" rtl="0" algn="l">
              <a:spcBef>
                <a:spcPts val="0"/>
              </a:spcBef>
              <a:spcAft>
                <a:spcPts val="0"/>
              </a:spcAft>
              <a:buNone/>
            </a:pPr>
            <a:r>
              <a:rPr lang="en" sz="1000">
                <a:solidFill>
                  <a:schemeClr val="dk1"/>
                </a:solidFill>
              </a:rPr>
              <a:t>  background(200);</a:t>
            </a:r>
            <a:endParaRPr sz="1000">
              <a:solidFill>
                <a:schemeClr val="dk1"/>
              </a:solidFill>
            </a:endParaRPr>
          </a:p>
          <a:p>
            <a:pPr indent="0" lvl="0" marL="0" rtl="0" algn="l">
              <a:spcBef>
                <a:spcPts val="0"/>
              </a:spcBef>
              <a:spcAft>
                <a:spcPts val="0"/>
              </a:spcAft>
              <a:buNone/>
            </a:pPr>
            <a:r>
              <a:rPr lang="en" sz="1000">
                <a:solidFill>
                  <a:schemeClr val="dk1"/>
                </a:solidFill>
              </a:rPr>
              <a:t>  translate(width/2, height/2);</a:t>
            </a:r>
            <a:endParaRPr sz="1000">
              <a:solidFill>
                <a:schemeClr val="dk1"/>
              </a:solidFill>
            </a:endParaRPr>
          </a:p>
          <a:p>
            <a:pPr indent="0" lvl="0" marL="0" rtl="0" algn="l">
              <a:spcBef>
                <a:spcPts val="0"/>
              </a:spcBef>
              <a:spcAft>
                <a:spcPts val="0"/>
              </a:spcAft>
              <a:buNone/>
            </a:pPr>
            <a:r>
              <a:rPr lang="en" sz="1000">
                <a:solidFill>
                  <a:schemeClr val="dk1"/>
                </a:solidFill>
              </a:rPr>
              <a:t>  rotateX(rotx);</a:t>
            </a:r>
            <a:endParaRPr sz="1000">
              <a:solidFill>
                <a:schemeClr val="dk1"/>
              </a:solidFill>
            </a:endParaRPr>
          </a:p>
          <a:p>
            <a:pPr indent="0" lvl="0" marL="0" rtl="0" algn="l">
              <a:spcBef>
                <a:spcPts val="0"/>
              </a:spcBef>
              <a:spcAft>
                <a:spcPts val="0"/>
              </a:spcAft>
              <a:buNone/>
            </a:pPr>
            <a:r>
              <a:rPr lang="en" sz="1000">
                <a:solidFill>
                  <a:schemeClr val="dk1"/>
                </a:solidFill>
              </a:rPr>
              <a:t>  rotateY(roty);</a:t>
            </a:r>
            <a:endParaRPr sz="1000">
              <a:solidFill>
                <a:schemeClr val="dk1"/>
              </a:solidFill>
            </a:endParaRPr>
          </a:p>
          <a:p>
            <a:pPr indent="71120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  drawAxis(200);</a:t>
            </a:r>
            <a:endParaRPr sz="1000">
              <a:solidFill>
                <a:schemeClr val="dk1"/>
              </a:solidFill>
            </a:endParaRPr>
          </a:p>
          <a:p>
            <a:pPr indent="0" lvl="0" marL="0" rtl="0" algn="l">
              <a:spcBef>
                <a:spcPts val="0"/>
              </a:spcBef>
              <a:spcAft>
                <a:spcPts val="0"/>
              </a:spcAft>
              <a:buNone/>
            </a:pPr>
            <a:r>
              <a:rPr lang="en" sz="1000">
                <a:solidFill>
                  <a:schemeClr val="dk1"/>
                </a:solidFill>
              </a:rPr>
              <a:t>  </a:t>
            </a:r>
            <a:r>
              <a:rPr b="1" lang="en" sz="1000">
                <a:solidFill>
                  <a:schemeClr val="dk1"/>
                </a:solidFill>
              </a:rPr>
              <a:t>drawBox(255, 0, 0, 100);</a:t>
            </a:r>
            <a:endParaRPr b="1" sz="1000">
              <a:solidFill>
                <a:schemeClr val="dk1"/>
              </a:solidFill>
            </a:endParaRPr>
          </a:p>
          <a:p>
            <a:pPr indent="0" lvl="0" marL="0" rtl="0" algn="l">
              <a:spcBef>
                <a:spcPts val="0"/>
              </a:spcBef>
              <a:spcAft>
                <a:spcPts val="0"/>
              </a:spcAft>
              <a:buNone/>
            </a:pPr>
            <a:r>
              <a:t/>
            </a:r>
            <a:endParaRPr b="1" sz="1000">
              <a:solidFill>
                <a:schemeClr val="dk1"/>
              </a:solidFill>
            </a:endParaRPr>
          </a:p>
          <a:p>
            <a:pPr indent="0" lvl="0" marL="0" rtl="0" algn="l">
              <a:spcBef>
                <a:spcPts val="0"/>
              </a:spcBef>
              <a:spcAft>
                <a:spcPts val="0"/>
              </a:spcAft>
              <a:buNone/>
            </a:pPr>
            <a:r>
              <a:rPr b="1" lang="en" sz="1000">
                <a:solidFill>
                  <a:schemeClr val="dk1"/>
                </a:solidFill>
              </a:rPr>
              <a:t>  pushMatrix();</a:t>
            </a:r>
            <a:endParaRPr b="1" sz="1000">
              <a:solidFill>
                <a:schemeClr val="dk1"/>
              </a:solidFill>
            </a:endParaRPr>
          </a:p>
          <a:p>
            <a:pPr indent="0" lvl="0" marL="0" rtl="0" algn="l">
              <a:spcBef>
                <a:spcPts val="0"/>
              </a:spcBef>
              <a:spcAft>
                <a:spcPts val="0"/>
              </a:spcAft>
              <a:buNone/>
            </a:pPr>
            <a:r>
              <a:rPr b="1" lang="en" sz="1000">
                <a:solidFill>
                  <a:schemeClr val="dk1"/>
                </a:solidFill>
              </a:rPr>
              <a:t>    translate(-200, 0, 0);</a:t>
            </a:r>
            <a:endParaRPr b="1" sz="1000">
              <a:solidFill>
                <a:schemeClr val="dk1"/>
              </a:solidFill>
            </a:endParaRPr>
          </a:p>
          <a:p>
            <a:pPr indent="0" lvl="0" marL="0" rtl="0" algn="l">
              <a:spcBef>
                <a:spcPts val="0"/>
              </a:spcBef>
              <a:spcAft>
                <a:spcPts val="0"/>
              </a:spcAft>
              <a:buNone/>
            </a:pPr>
            <a:r>
              <a:rPr b="1" lang="en" sz="1000">
                <a:solidFill>
                  <a:schemeClr val="dk1"/>
                </a:solidFill>
              </a:rPr>
              <a:t>    drawBox(0, 255, 0, 100);</a:t>
            </a:r>
            <a:endParaRPr b="1" sz="1000">
              <a:solidFill>
                <a:schemeClr val="dk1"/>
              </a:solidFill>
            </a:endParaRPr>
          </a:p>
          <a:p>
            <a:pPr indent="0" lvl="0" marL="0" rtl="0" algn="l">
              <a:spcBef>
                <a:spcPts val="0"/>
              </a:spcBef>
              <a:spcAft>
                <a:spcPts val="0"/>
              </a:spcAft>
              <a:buNone/>
            </a:pPr>
            <a:r>
              <a:rPr b="1" lang="en" sz="1000">
                <a:solidFill>
                  <a:schemeClr val="dk1"/>
                </a:solidFill>
              </a:rPr>
              <a:t>  popMatrix();</a:t>
            </a:r>
            <a:endParaRPr b="1" sz="1000">
              <a:solidFill>
                <a:schemeClr val="dk1"/>
              </a:solidFill>
            </a:endParaRPr>
          </a:p>
          <a:p>
            <a:pPr indent="0" lvl="0" marL="0" rtl="0" algn="l">
              <a:spcBef>
                <a:spcPts val="0"/>
              </a:spcBef>
              <a:spcAft>
                <a:spcPts val="0"/>
              </a:spcAft>
              <a:buNone/>
            </a:pPr>
            <a:r>
              <a:t/>
            </a:r>
            <a:endParaRPr b="1" sz="1000">
              <a:solidFill>
                <a:schemeClr val="dk1"/>
              </a:solidFill>
            </a:endParaRPr>
          </a:p>
          <a:p>
            <a:pPr indent="0" lvl="0" marL="0" rtl="0" algn="l">
              <a:spcBef>
                <a:spcPts val="0"/>
              </a:spcBef>
              <a:spcAft>
                <a:spcPts val="0"/>
              </a:spcAft>
              <a:buNone/>
            </a:pPr>
            <a:r>
              <a:rPr b="1" lang="en" sz="1000">
                <a:solidFill>
                  <a:schemeClr val="dk1"/>
                </a:solidFill>
              </a:rPr>
              <a:t>  translate(200, 0, 0);</a:t>
            </a:r>
            <a:endParaRPr b="1" sz="1000">
              <a:solidFill>
                <a:schemeClr val="dk1"/>
              </a:solidFill>
            </a:endParaRPr>
          </a:p>
          <a:p>
            <a:pPr indent="0" lvl="0" marL="0" rtl="0" algn="l">
              <a:spcBef>
                <a:spcPts val="0"/>
              </a:spcBef>
              <a:spcAft>
                <a:spcPts val="0"/>
              </a:spcAft>
              <a:buNone/>
            </a:pPr>
            <a:r>
              <a:rPr b="1" lang="en" sz="1000">
                <a:solidFill>
                  <a:schemeClr val="dk1"/>
                </a:solidFill>
              </a:rPr>
              <a:t>  drawBox(0, 255, 0, 100);</a:t>
            </a:r>
            <a:endParaRPr b="1" sz="1000">
              <a:solidFill>
                <a:schemeClr val="dk1"/>
              </a:solidFill>
            </a:endParaRPr>
          </a:p>
          <a:p>
            <a:pPr indent="0" lvl="0" marL="0" rtl="0" algn="l">
              <a:spcBef>
                <a:spcPts val="0"/>
              </a:spcBef>
              <a:spcAft>
                <a:spcPts val="0"/>
              </a:spcAft>
              <a:buNone/>
            </a:pPr>
            <a:r>
              <a:rPr lang="en" sz="1000">
                <a:solidFill>
                  <a:schemeClr val="dk1"/>
                </a:solidFill>
              </a:rPr>
              <a:t>}</a:t>
            </a:r>
            <a:endParaRPr sz="1000">
              <a:solidFill>
                <a:schemeClr val="dk1"/>
              </a:solidFill>
            </a:endParaRPr>
          </a:p>
          <a:p>
            <a:pPr indent="0" lvl="0" marL="0" rtl="0" algn="l">
              <a:spcBef>
                <a:spcPts val="0"/>
              </a:spcBef>
              <a:spcAft>
                <a:spcPts val="1600"/>
              </a:spcAft>
              <a:buNone/>
            </a:pPr>
            <a:r>
              <a:t/>
            </a:r>
            <a:endParaRPr sz="1000">
              <a:solidFill>
                <a:srgbClr val="5A5A5A"/>
              </a:solidFill>
            </a:endParaRPr>
          </a:p>
        </p:txBody>
      </p:sp>
      <p:sp>
        <p:nvSpPr>
          <p:cNvPr id="401" name="Google Shape;401;p5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2" name="Google Shape;402;p54"/>
          <p:cNvSpPr txBox="1"/>
          <p:nvPr>
            <p:ph idx="1" type="body"/>
          </p:nvPr>
        </p:nvSpPr>
        <p:spPr>
          <a:xfrm>
            <a:off x="2119550" y="1670875"/>
            <a:ext cx="2569800" cy="3160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Clr>
                <a:schemeClr val="dk1"/>
              </a:buClr>
              <a:buSzPts val="1100"/>
              <a:buFont typeface="Arial"/>
              <a:buNone/>
            </a:pPr>
            <a:r>
              <a:rPr lang="en" sz="1000">
                <a:solidFill>
                  <a:schemeClr val="dk1"/>
                </a:solidFill>
              </a:rPr>
              <a:t>void mouseDragged() { … }</a:t>
            </a:r>
            <a:endParaRPr sz="1000">
              <a:solidFill>
                <a:schemeClr val="dk1"/>
              </a:solidFill>
            </a:endParaRPr>
          </a:p>
          <a:p>
            <a:pPr indent="0" lvl="0" marL="0" rtl="0" algn="l">
              <a:spcBef>
                <a:spcPts val="0"/>
              </a:spcBef>
              <a:spcAft>
                <a:spcPts val="0"/>
              </a:spcAft>
              <a:buNone/>
            </a:pPr>
            <a:r>
              <a:rPr lang="en" sz="1000">
                <a:solidFill>
                  <a:schemeClr val="dk1"/>
                </a:solidFill>
              </a:rPr>
              <a:t>void drawAxis(int w) { … }</a:t>
            </a:r>
            <a:endParaRPr sz="1000">
              <a:solidFill>
                <a:schemeClr val="dk1"/>
              </a:solidFill>
            </a:endParaRPr>
          </a:p>
          <a:p>
            <a:pPr indent="0" lvl="0" marL="0" rtl="0" algn="l">
              <a:spcBef>
                <a:spcPts val="0"/>
              </a:spcBef>
              <a:spcAft>
                <a:spcPts val="0"/>
              </a:spcAft>
              <a:buClr>
                <a:schemeClr val="dk1"/>
              </a:buClr>
              <a:buSzPts val="1100"/>
              <a:buFont typeface="Arial"/>
              <a:buNone/>
            </a:pPr>
            <a:r>
              <a:rPr lang="en" sz="1000">
                <a:solidFill>
                  <a:schemeClr val="dk1"/>
                </a:solidFill>
              </a:rPr>
              <a:t>void drawBox(int r, int g, int b, int w) { … }</a:t>
            </a:r>
            <a:endParaRPr sz="1000">
              <a:solidFill>
                <a:schemeClr val="dk1"/>
              </a:solidFill>
            </a:endParaRPr>
          </a:p>
          <a:p>
            <a:pPr indent="0" lvl="0" marL="0" rtl="0" algn="l">
              <a:spcBef>
                <a:spcPts val="0"/>
              </a:spcBef>
              <a:spcAft>
                <a:spcPts val="0"/>
              </a:spcAft>
              <a:buNone/>
            </a:pPr>
            <a:r>
              <a:t/>
            </a:r>
            <a:endParaRPr sz="1000">
              <a:solidFill>
                <a:srgbClr val="5A5A5A"/>
              </a:solidFill>
            </a:endParaRPr>
          </a:p>
          <a:p>
            <a:pPr indent="0" lvl="0" marL="0" rtl="0" algn="l">
              <a:spcBef>
                <a:spcPts val="0"/>
              </a:spcBef>
              <a:spcAft>
                <a:spcPts val="1600"/>
              </a:spcAft>
              <a:buNone/>
            </a:pPr>
            <a:r>
              <a:rPr lang="en" sz="1000">
                <a:solidFill>
                  <a:srgbClr val="5A5A5A"/>
                </a:solidFill>
              </a:rPr>
              <a:t>  </a:t>
            </a:r>
            <a:endParaRPr sz="1000">
              <a:solidFill>
                <a:srgbClr val="5A5A5A"/>
              </a:solidFill>
            </a:endParaRPr>
          </a:p>
        </p:txBody>
      </p:sp>
      <p:pic>
        <p:nvPicPr>
          <p:cNvPr id="403" name="Google Shape;403;p54"/>
          <p:cNvPicPr preferRelativeResize="0"/>
          <p:nvPr/>
        </p:nvPicPr>
        <p:blipFill>
          <a:blip r:embed="rId3">
            <a:alphaModFix/>
          </a:blip>
          <a:stretch>
            <a:fillRect/>
          </a:stretch>
        </p:blipFill>
        <p:spPr>
          <a:xfrm>
            <a:off x="5239173" y="1067375"/>
            <a:ext cx="3362400" cy="3546208"/>
          </a:xfrm>
          <a:prstGeom prst="rect">
            <a:avLst/>
          </a:prstGeom>
          <a:noFill/>
          <a:ln>
            <a:noFill/>
          </a:ln>
        </p:spPr>
      </p:pic>
      <p:pic>
        <p:nvPicPr>
          <p:cNvPr id="404" name="Google Shape;404;p54"/>
          <p:cNvPicPr preferRelativeResize="0"/>
          <p:nvPr/>
        </p:nvPicPr>
        <p:blipFill>
          <a:blip r:embed="rId4">
            <a:alphaModFix/>
          </a:blip>
          <a:stretch>
            <a:fillRect/>
          </a:stretch>
        </p:blipFill>
        <p:spPr>
          <a:xfrm>
            <a:off x="5239172" y="1067375"/>
            <a:ext cx="3362400" cy="354620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4"/>
                                        </p:tgtEl>
                                        <p:attrNameLst>
                                          <p:attrName>style.visibility</p:attrName>
                                        </p:attrNameLst>
                                      </p:cBhvr>
                                      <p:to>
                                        <p:strVal val="visible"/>
                                      </p:to>
                                    </p:set>
                                    <p:animEffect filter="fade" transition="in">
                                      <p:cBhvr>
                                        <p:cTn dur="1000"/>
                                        <p:tgtEl>
                                          <p:spTgt spid="4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5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55"/>
          <p:cNvSpPr txBox="1"/>
          <p:nvPr>
            <p:ph idx="1" type="body"/>
          </p:nvPr>
        </p:nvSpPr>
        <p:spPr>
          <a:xfrm>
            <a:off x="311700" y="1152475"/>
            <a:ext cx="2167200" cy="399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rPr>
              <a:t>float rotx ..</a:t>
            </a:r>
            <a:endParaRPr sz="1000">
              <a:solidFill>
                <a:schemeClr val="dk1"/>
              </a:solidFill>
            </a:endParaRPr>
          </a:p>
          <a:p>
            <a:pPr indent="0" lvl="0" marL="0" rtl="0" algn="l">
              <a:spcBef>
                <a:spcPts val="0"/>
              </a:spcBef>
              <a:spcAft>
                <a:spcPts val="0"/>
              </a:spcAft>
              <a:buNone/>
            </a:pPr>
            <a:r>
              <a:rPr lang="en" sz="1000">
                <a:solidFill>
                  <a:schemeClr val="dk1"/>
                </a:solidFill>
              </a:rPr>
              <a:t>void setup() { .. }</a:t>
            </a:r>
            <a:endParaRPr sz="1000">
              <a:solidFill>
                <a:schemeClr val="dk1"/>
              </a:solidFill>
            </a:endParaRPr>
          </a:p>
          <a:p>
            <a:pPr indent="71120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void draw() {</a:t>
            </a:r>
            <a:endParaRPr sz="1000">
              <a:solidFill>
                <a:schemeClr val="dk1"/>
              </a:solidFill>
            </a:endParaRPr>
          </a:p>
          <a:p>
            <a:pPr indent="0" lvl="0" marL="0" rtl="0" algn="l">
              <a:spcBef>
                <a:spcPts val="0"/>
              </a:spcBef>
              <a:spcAft>
                <a:spcPts val="0"/>
              </a:spcAft>
              <a:buNone/>
            </a:pPr>
            <a:r>
              <a:rPr lang="en" sz="1000">
                <a:solidFill>
                  <a:schemeClr val="dk1"/>
                </a:solidFill>
              </a:rPr>
              <a:t>  background(200);</a:t>
            </a:r>
            <a:endParaRPr sz="1000">
              <a:solidFill>
                <a:schemeClr val="dk1"/>
              </a:solidFill>
            </a:endParaRPr>
          </a:p>
          <a:p>
            <a:pPr indent="0" lvl="0" marL="0" rtl="0" algn="l">
              <a:spcBef>
                <a:spcPts val="0"/>
              </a:spcBef>
              <a:spcAft>
                <a:spcPts val="0"/>
              </a:spcAft>
              <a:buNone/>
            </a:pPr>
            <a:r>
              <a:rPr lang="en" sz="1000">
                <a:solidFill>
                  <a:schemeClr val="dk1"/>
                </a:solidFill>
              </a:rPr>
              <a:t>  translate(width/2, height/2);</a:t>
            </a:r>
            <a:endParaRPr sz="1000">
              <a:solidFill>
                <a:schemeClr val="dk1"/>
              </a:solidFill>
            </a:endParaRPr>
          </a:p>
          <a:p>
            <a:pPr indent="0" lvl="0" marL="0" rtl="0" algn="l">
              <a:spcBef>
                <a:spcPts val="0"/>
              </a:spcBef>
              <a:spcAft>
                <a:spcPts val="0"/>
              </a:spcAft>
              <a:buNone/>
            </a:pPr>
            <a:r>
              <a:rPr lang="en" sz="1000">
                <a:solidFill>
                  <a:schemeClr val="dk1"/>
                </a:solidFill>
              </a:rPr>
              <a:t>  rotateX(rotx);</a:t>
            </a:r>
            <a:endParaRPr sz="1000">
              <a:solidFill>
                <a:schemeClr val="dk1"/>
              </a:solidFill>
            </a:endParaRPr>
          </a:p>
          <a:p>
            <a:pPr indent="0" lvl="0" marL="0" rtl="0" algn="l">
              <a:spcBef>
                <a:spcPts val="0"/>
              </a:spcBef>
              <a:spcAft>
                <a:spcPts val="0"/>
              </a:spcAft>
              <a:buNone/>
            </a:pPr>
            <a:r>
              <a:rPr lang="en" sz="1000">
                <a:solidFill>
                  <a:schemeClr val="dk1"/>
                </a:solidFill>
              </a:rPr>
              <a:t>  rotateY(roty);</a:t>
            </a:r>
            <a:endParaRPr sz="1000">
              <a:solidFill>
                <a:schemeClr val="dk1"/>
              </a:solidFill>
            </a:endParaRPr>
          </a:p>
          <a:p>
            <a:pPr indent="71120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  drawAxis(200);</a:t>
            </a:r>
            <a:endParaRPr sz="1000">
              <a:solidFill>
                <a:schemeClr val="dk1"/>
              </a:solidFill>
            </a:endParaRPr>
          </a:p>
          <a:p>
            <a:pPr indent="0" lvl="0" marL="0" rtl="0" algn="l">
              <a:spcBef>
                <a:spcPts val="0"/>
              </a:spcBef>
              <a:spcAft>
                <a:spcPts val="0"/>
              </a:spcAft>
              <a:buNone/>
            </a:pPr>
            <a:r>
              <a:rPr lang="en" sz="1000">
                <a:solidFill>
                  <a:schemeClr val="dk1"/>
                </a:solidFill>
              </a:rPr>
              <a:t>  </a:t>
            </a:r>
            <a:r>
              <a:rPr b="1" lang="en" sz="1000">
                <a:solidFill>
                  <a:schemeClr val="dk1"/>
                </a:solidFill>
              </a:rPr>
              <a:t>drawBox(255, 0, 0, 100);</a:t>
            </a:r>
            <a:endParaRPr b="1" sz="1000">
              <a:solidFill>
                <a:schemeClr val="dk1"/>
              </a:solidFill>
            </a:endParaRPr>
          </a:p>
          <a:p>
            <a:pPr indent="0" lvl="0" marL="0" rtl="0" algn="l">
              <a:spcBef>
                <a:spcPts val="0"/>
              </a:spcBef>
              <a:spcAft>
                <a:spcPts val="0"/>
              </a:spcAft>
              <a:buNone/>
            </a:pPr>
            <a:r>
              <a:t/>
            </a:r>
            <a:endParaRPr b="1" sz="1000">
              <a:solidFill>
                <a:schemeClr val="dk1"/>
              </a:solidFill>
            </a:endParaRPr>
          </a:p>
          <a:p>
            <a:pPr indent="0" lvl="0" marL="0" rtl="0" algn="l">
              <a:spcBef>
                <a:spcPts val="0"/>
              </a:spcBef>
              <a:spcAft>
                <a:spcPts val="0"/>
              </a:spcAft>
              <a:buNone/>
            </a:pPr>
            <a:r>
              <a:rPr b="1" lang="en" sz="1000">
                <a:solidFill>
                  <a:schemeClr val="dk1"/>
                </a:solidFill>
              </a:rPr>
              <a:t>  pushMatrix();</a:t>
            </a:r>
            <a:endParaRPr b="1" sz="1000">
              <a:solidFill>
                <a:schemeClr val="dk1"/>
              </a:solidFill>
            </a:endParaRPr>
          </a:p>
          <a:p>
            <a:pPr indent="0" lvl="0" marL="0" rtl="0" algn="l">
              <a:spcBef>
                <a:spcPts val="0"/>
              </a:spcBef>
              <a:spcAft>
                <a:spcPts val="0"/>
              </a:spcAft>
              <a:buNone/>
            </a:pPr>
            <a:r>
              <a:rPr b="1" lang="en" sz="1000">
                <a:solidFill>
                  <a:schemeClr val="dk1"/>
                </a:solidFill>
              </a:rPr>
              <a:t>    translate(-100, 0, 0);</a:t>
            </a:r>
            <a:endParaRPr b="1" sz="1000">
              <a:solidFill>
                <a:schemeClr val="dk1"/>
              </a:solidFill>
            </a:endParaRPr>
          </a:p>
          <a:p>
            <a:pPr indent="0" lvl="0" marL="0" rtl="0" algn="l">
              <a:spcBef>
                <a:spcPts val="0"/>
              </a:spcBef>
              <a:spcAft>
                <a:spcPts val="0"/>
              </a:spcAft>
              <a:buNone/>
            </a:pPr>
            <a:r>
              <a:rPr b="1" lang="en" sz="1000">
                <a:solidFill>
                  <a:schemeClr val="dk1"/>
                </a:solidFill>
              </a:rPr>
              <a:t>    drawBox(0, 255, 0, 100);</a:t>
            </a:r>
            <a:endParaRPr b="1" sz="1000">
              <a:solidFill>
                <a:schemeClr val="dk1"/>
              </a:solidFill>
            </a:endParaRPr>
          </a:p>
          <a:p>
            <a:pPr indent="0" lvl="0" marL="0" rtl="0" algn="l">
              <a:spcBef>
                <a:spcPts val="0"/>
              </a:spcBef>
              <a:spcAft>
                <a:spcPts val="0"/>
              </a:spcAft>
              <a:buNone/>
            </a:pPr>
            <a:r>
              <a:rPr b="1" lang="en" sz="1000">
                <a:solidFill>
                  <a:schemeClr val="dk1"/>
                </a:solidFill>
              </a:rPr>
              <a:t>  popMatrix();</a:t>
            </a:r>
            <a:endParaRPr b="1" sz="1000">
              <a:solidFill>
                <a:schemeClr val="dk1"/>
              </a:solidFill>
            </a:endParaRPr>
          </a:p>
          <a:p>
            <a:pPr indent="0" lvl="0" marL="0" rtl="0" algn="l">
              <a:spcBef>
                <a:spcPts val="0"/>
              </a:spcBef>
              <a:spcAft>
                <a:spcPts val="0"/>
              </a:spcAft>
              <a:buNone/>
            </a:pPr>
            <a:r>
              <a:t/>
            </a:r>
            <a:endParaRPr b="1" sz="1000">
              <a:solidFill>
                <a:schemeClr val="dk1"/>
              </a:solidFill>
            </a:endParaRPr>
          </a:p>
          <a:p>
            <a:pPr indent="0" lvl="0" marL="0" rtl="0" algn="l">
              <a:spcBef>
                <a:spcPts val="0"/>
              </a:spcBef>
              <a:spcAft>
                <a:spcPts val="0"/>
              </a:spcAft>
              <a:buNone/>
            </a:pPr>
            <a:r>
              <a:rPr b="1" lang="en" sz="1000">
                <a:solidFill>
                  <a:schemeClr val="dk1"/>
                </a:solidFill>
              </a:rPr>
              <a:t>  pushMatrix();</a:t>
            </a:r>
            <a:endParaRPr b="1" sz="1000">
              <a:solidFill>
                <a:schemeClr val="dk1"/>
              </a:solidFill>
            </a:endParaRPr>
          </a:p>
          <a:p>
            <a:pPr indent="0" lvl="0" marL="0" rtl="0" algn="l">
              <a:spcBef>
                <a:spcPts val="0"/>
              </a:spcBef>
              <a:spcAft>
                <a:spcPts val="0"/>
              </a:spcAft>
              <a:buNone/>
            </a:pPr>
            <a:r>
              <a:rPr b="1" lang="en" sz="1000">
                <a:solidFill>
                  <a:schemeClr val="dk1"/>
                </a:solidFill>
              </a:rPr>
              <a:t>    translate(100, 0, 0);</a:t>
            </a:r>
            <a:endParaRPr b="1" sz="1000">
              <a:solidFill>
                <a:schemeClr val="dk1"/>
              </a:solidFill>
            </a:endParaRPr>
          </a:p>
          <a:p>
            <a:pPr indent="0" lvl="0" marL="0" rtl="0" algn="l">
              <a:spcBef>
                <a:spcPts val="0"/>
              </a:spcBef>
              <a:spcAft>
                <a:spcPts val="0"/>
              </a:spcAft>
              <a:buNone/>
            </a:pPr>
            <a:r>
              <a:rPr b="1" lang="en" sz="1000">
                <a:solidFill>
                  <a:schemeClr val="dk1"/>
                </a:solidFill>
              </a:rPr>
              <a:t>    drawBox(0, 255, 0, 100);</a:t>
            </a:r>
            <a:endParaRPr b="1" sz="1000">
              <a:solidFill>
                <a:schemeClr val="dk1"/>
              </a:solidFill>
            </a:endParaRPr>
          </a:p>
          <a:p>
            <a:pPr indent="0" lvl="0" marL="0" rtl="0" algn="l">
              <a:spcBef>
                <a:spcPts val="0"/>
              </a:spcBef>
              <a:spcAft>
                <a:spcPts val="0"/>
              </a:spcAft>
              <a:buNone/>
            </a:pPr>
            <a:r>
              <a:rPr b="1" lang="en" sz="1000">
                <a:solidFill>
                  <a:schemeClr val="dk1"/>
                </a:solidFill>
              </a:rPr>
              <a:t>  popMatrix();</a:t>
            </a:r>
            <a:endParaRPr sz="1000">
              <a:solidFill>
                <a:schemeClr val="dk1"/>
              </a:solidFill>
            </a:endParaRPr>
          </a:p>
          <a:p>
            <a:pPr indent="0" lvl="0" marL="0" rtl="0" algn="l">
              <a:spcBef>
                <a:spcPts val="0"/>
              </a:spcBef>
              <a:spcAft>
                <a:spcPts val="1600"/>
              </a:spcAft>
              <a:buNone/>
            </a:pPr>
            <a:r>
              <a:t/>
            </a:r>
            <a:endParaRPr sz="1000">
              <a:solidFill>
                <a:srgbClr val="5A5A5A"/>
              </a:solidFill>
            </a:endParaRPr>
          </a:p>
        </p:txBody>
      </p:sp>
      <p:sp>
        <p:nvSpPr>
          <p:cNvPr id="411" name="Google Shape;411;p5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2" name="Google Shape;412;p55"/>
          <p:cNvSpPr txBox="1"/>
          <p:nvPr>
            <p:ph idx="1" type="body"/>
          </p:nvPr>
        </p:nvSpPr>
        <p:spPr>
          <a:xfrm>
            <a:off x="2119550" y="985075"/>
            <a:ext cx="2569800" cy="4158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000">
                <a:solidFill>
                  <a:schemeClr val="dk1"/>
                </a:solidFill>
              </a:rPr>
              <a:t>  pushMatrix();</a:t>
            </a:r>
            <a:endParaRPr b="1" sz="1000">
              <a:solidFill>
                <a:schemeClr val="dk1"/>
              </a:solidFill>
            </a:endParaRPr>
          </a:p>
          <a:p>
            <a:pPr indent="0" lvl="0" marL="0" rtl="0" algn="l">
              <a:spcBef>
                <a:spcPts val="0"/>
              </a:spcBef>
              <a:spcAft>
                <a:spcPts val="0"/>
              </a:spcAft>
              <a:buClr>
                <a:schemeClr val="dk1"/>
              </a:buClr>
              <a:buSzPts val="1100"/>
              <a:buFont typeface="Arial"/>
              <a:buNone/>
            </a:pPr>
            <a:r>
              <a:rPr b="1" lang="en" sz="1000">
                <a:solidFill>
                  <a:schemeClr val="dk1"/>
                </a:solidFill>
              </a:rPr>
              <a:t>    translate(0, -100, 0);</a:t>
            </a:r>
            <a:endParaRPr b="1" sz="1000">
              <a:solidFill>
                <a:schemeClr val="dk1"/>
              </a:solidFill>
            </a:endParaRPr>
          </a:p>
          <a:p>
            <a:pPr indent="0" lvl="0" marL="0" rtl="0" algn="l">
              <a:spcBef>
                <a:spcPts val="0"/>
              </a:spcBef>
              <a:spcAft>
                <a:spcPts val="0"/>
              </a:spcAft>
              <a:buClr>
                <a:schemeClr val="dk1"/>
              </a:buClr>
              <a:buSzPts val="1100"/>
              <a:buFont typeface="Arial"/>
              <a:buNone/>
            </a:pPr>
            <a:r>
              <a:rPr b="1" lang="en" sz="1000">
                <a:solidFill>
                  <a:schemeClr val="dk1"/>
                </a:solidFill>
              </a:rPr>
              <a:t>    drawBox(0, 0, 255, 100);</a:t>
            </a:r>
            <a:endParaRPr b="1" sz="1000">
              <a:solidFill>
                <a:schemeClr val="dk1"/>
              </a:solidFill>
            </a:endParaRPr>
          </a:p>
          <a:p>
            <a:pPr indent="0" lvl="0" marL="0" rtl="0" algn="l">
              <a:spcBef>
                <a:spcPts val="0"/>
              </a:spcBef>
              <a:spcAft>
                <a:spcPts val="0"/>
              </a:spcAft>
              <a:buClr>
                <a:schemeClr val="dk1"/>
              </a:buClr>
              <a:buSzPts val="1100"/>
              <a:buFont typeface="Arial"/>
              <a:buNone/>
            </a:pPr>
            <a:r>
              <a:rPr b="1" lang="en" sz="1000">
                <a:solidFill>
                  <a:schemeClr val="dk1"/>
                </a:solidFill>
              </a:rPr>
              <a:t>  popMatrix();</a:t>
            </a:r>
            <a:endParaRPr b="1" sz="1000">
              <a:solidFill>
                <a:schemeClr val="dk1"/>
              </a:solidFill>
            </a:endParaRPr>
          </a:p>
          <a:p>
            <a:pPr indent="0" lvl="0" marL="0" rtl="0" algn="l">
              <a:spcBef>
                <a:spcPts val="0"/>
              </a:spcBef>
              <a:spcAft>
                <a:spcPts val="0"/>
              </a:spcAft>
              <a:buClr>
                <a:schemeClr val="dk1"/>
              </a:buClr>
              <a:buSzPts val="1100"/>
              <a:buFont typeface="Arial"/>
              <a:buNone/>
            </a:pPr>
            <a:r>
              <a:t/>
            </a:r>
            <a:endParaRPr b="1" sz="1000">
              <a:solidFill>
                <a:schemeClr val="dk1"/>
              </a:solidFill>
            </a:endParaRPr>
          </a:p>
          <a:p>
            <a:pPr indent="0" lvl="0" marL="0" rtl="0" algn="l">
              <a:spcBef>
                <a:spcPts val="0"/>
              </a:spcBef>
              <a:spcAft>
                <a:spcPts val="0"/>
              </a:spcAft>
              <a:buClr>
                <a:schemeClr val="dk1"/>
              </a:buClr>
              <a:buSzPts val="1100"/>
              <a:buFont typeface="Arial"/>
              <a:buNone/>
            </a:pPr>
            <a:r>
              <a:rPr b="1" lang="en" sz="1000">
                <a:solidFill>
                  <a:schemeClr val="dk1"/>
                </a:solidFill>
              </a:rPr>
              <a:t>  pushMatrix();</a:t>
            </a:r>
            <a:endParaRPr b="1" sz="1000">
              <a:solidFill>
                <a:schemeClr val="dk1"/>
              </a:solidFill>
            </a:endParaRPr>
          </a:p>
          <a:p>
            <a:pPr indent="0" lvl="0" marL="0" rtl="0" algn="l">
              <a:spcBef>
                <a:spcPts val="0"/>
              </a:spcBef>
              <a:spcAft>
                <a:spcPts val="0"/>
              </a:spcAft>
              <a:buClr>
                <a:schemeClr val="dk1"/>
              </a:buClr>
              <a:buSzPts val="1100"/>
              <a:buFont typeface="Arial"/>
              <a:buNone/>
            </a:pPr>
            <a:r>
              <a:rPr b="1" lang="en" sz="1000">
                <a:solidFill>
                  <a:schemeClr val="dk1"/>
                </a:solidFill>
              </a:rPr>
              <a:t>    translate(0, 100, 0);</a:t>
            </a:r>
            <a:endParaRPr b="1" sz="1000">
              <a:solidFill>
                <a:schemeClr val="dk1"/>
              </a:solidFill>
            </a:endParaRPr>
          </a:p>
          <a:p>
            <a:pPr indent="0" lvl="0" marL="0" rtl="0" algn="l">
              <a:spcBef>
                <a:spcPts val="0"/>
              </a:spcBef>
              <a:spcAft>
                <a:spcPts val="0"/>
              </a:spcAft>
              <a:buClr>
                <a:schemeClr val="dk1"/>
              </a:buClr>
              <a:buSzPts val="1100"/>
              <a:buFont typeface="Arial"/>
              <a:buNone/>
            </a:pPr>
            <a:r>
              <a:rPr b="1" lang="en" sz="1000">
                <a:solidFill>
                  <a:schemeClr val="dk1"/>
                </a:solidFill>
              </a:rPr>
              <a:t>    drawBox(0, 0, 255, 100);</a:t>
            </a:r>
            <a:endParaRPr b="1" sz="1000">
              <a:solidFill>
                <a:schemeClr val="dk1"/>
              </a:solidFill>
            </a:endParaRPr>
          </a:p>
          <a:p>
            <a:pPr indent="0" lvl="0" marL="0" rtl="0" algn="l">
              <a:spcBef>
                <a:spcPts val="0"/>
              </a:spcBef>
              <a:spcAft>
                <a:spcPts val="0"/>
              </a:spcAft>
              <a:buClr>
                <a:schemeClr val="dk1"/>
              </a:buClr>
              <a:buSzPts val="1100"/>
              <a:buFont typeface="Arial"/>
              <a:buNone/>
            </a:pPr>
            <a:r>
              <a:rPr b="1" lang="en" sz="1000">
                <a:solidFill>
                  <a:schemeClr val="dk1"/>
                </a:solidFill>
              </a:rPr>
              <a:t>  popMatrix();</a:t>
            </a:r>
            <a:endParaRPr b="1" sz="1000">
              <a:solidFill>
                <a:schemeClr val="dk1"/>
              </a:solidFill>
            </a:endParaRPr>
          </a:p>
          <a:p>
            <a:pPr indent="0" lvl="0" marL="0" rtl="0" algn="l">
              <a:spcBef>
                <a:spcPts val="0"/>
              </a:spcBef>
              <a:spcAft>
                <a:spcPts val="0"/>
              </a:spcAft>
              <a:buNone/>
            </a:pPr>
            <a:r>
              <a:t/>
            </a:r>
            <a:endParaRPr b="1" sz="1000">
              <a:solidFill>
                <a:schemeClr val="dk1"/>
              </a:solidFill>
            </a:endParaRPr>
          </a:p>
          <a:p>
            <a:pPr indent="0" lvl="0" marL="0" rtl="0" algn="l">
              <a:spcBef>
                <a:spcPts val="0"/>
              </a:spcBef>
              <a:spcAft>
                <a:spcPts val="0"/>
              </a:spcAft>
              <a:buClr>
                <a:schemeClr val="dk1"/>
              </a:buClr>
              <a:buSzPts val="1100"/>
              <a:buFont typeface="Arial"/>
              <a:buNone/>
            </a:pPr>
            <a:r>
              <a:rPr b="1" lang="en" sz="1000">
                <a:solidFill>
                  <a:schemeClr val="dk1"/>
                </a:solidFill>
              </a:rPr>
              <a:t>  pushMatrix();</a:t>
            </a:r>
            <a:endParaRPr b="1" sz="1000">
              <a:solidFill>
                <a:schemeClr val="dk1"/>
              </a:solidFill>
            </a:endParaRPr>
          </a:p>
          <a:p>
            <a:pPr indent="0" lvl="0" marL="0" rtl="0" algn="l">
              <a:spcBef>
                <a:spcPts val="0"/>
              </a:spcBef>
              <a:spcAft>
                <a:spcPts val="0"/>
              </a:spcAft>
              <a:buClr>
                <a:schemeClr val="dk1"/>
              </a:buClr>
              <a:buSzPts val="1100"/>
              <a:buFont typeface="Arial"/>
              <a:buNone/>
            </a:pPr>
            <a:r>
              <a:rPr b="1" lang="en" sz="1000">
                <a:solidFill>
                  <a:schemeClr val="dk1"/>
                </a:solidFill>
              </a:rPr>
              <a:t>    translate(0, 0, -100);</a:t>
            </a:r>
            <a:endParaRPr b="1" sz="1000">
              <a:solidFill>
                <a:schemeClr val="dk1"/>
              </a:solidFill>
            </a:endParaRPr>
          </a:p>
          <a:p>
            <a:pPr indent="0" lvl="0" marL="0" rtl="0" algn="l">
              <a:spcBef>
                <a:spcPts val="0"/>
              </a:spcBef>
              <a:spcAft>
                <a:spcPts val="0"/>
              </a:spcAft>
              <a:buClr>
                <a:schemeClr val="dk1"/>
              </a:buClr>
              <a:buSzPts val="1100"/>
              <a:buFont typeface="Arial"/>
              <a:buNone/>
            </a:pPr>
            <a:r>
              <a:rPr b="1" lang="en" sz="1000">
                <a:solidFill>
                  <a:schemeClr val="dk1"/>
                </a:solidFill>
              </a:rPr>
              <a:t>    drawBox(255, 255, 0, 100);</a:t>
            </a:r>
            <a:endParaRPr b="1" sz="1000">
              <a:solidFill>
                <a:schemeClr val="dk1"/>
              </a:solidFill>
            </a:endParaRPr>
          </a:p>
          <a:p>
            <a:pPr indent="0" lvl="0" marL="0" rtl="0" algn="l">
              <a:spcBef>
                <a:spcPts val="0"/>
              </a:spcBef>
              <a:spcAft>
                <a:spcPts val="0"/>
              </a:spcAft>
              <a:buClr>
                <a:schemeClr val="dk1"/>
              </a:buClr>
              <a:buSzPts val="1100"/>
              <a:buFont typeface="Arial"/>
              <a:buNone/>
            </a:pPr>
            <a:r>
              <a:rPr b="1" lang="en" sz="1000">
                <a:solidFill>
                  <a:schemeClr val="dk1"/>
                </a:solidFill>
              </a:rPr>
              <a:t>  popMatrix();</a:t>
            </a:r>
            <a:endParaRPr b="1" sz="1000">
              <a:solidFill>
                <a:schemeClr val="dk1"/>
              </a:solidFill>
            </a:endParaRPr>
          </a:p>
          <a:p>
            <a:pPr indent="0" lvl="0" marL="0" rtl="0" algn="l">
              <a:spcBef>
                <a:spcPts val="0"/>
              </a:spcBef>
              <a:spcAft>
                <a:spcPts val="0"/>
              </a:spcAft>
              <a:buClr>
                <a:schemeClr val="dk1"/>
              </a:buClr>
              <a:buSzPts val="1100"/>
              <a:buFont typeface="Arial"/>
              <a:buNone/>
            </a:pPr>
            <a:r>
              <a:t/>
            </a:r>
            <a:endParaRPr b="1" sz="1000">
              <a:solidFill>
                <a:schemeClr val="dk1"/>
              </a:solidFill>
            </a:endParaRPr>
          </a:p>
          <a:p>
            <a:pPr indent="0" lvl="0" marL="0" rtl="0" algn="l">
              <a:spcBef>
                <a:spcPts val="0"/>
              </a:spcBef>
              <a:spcAft>
                <a:spcPts val="0"/>
              </a:spcAft>
              <a:buClr>
                <a:schemeClr val="dk1"/>
              </a:buClr>
              <a:buSzPts val="1100"/>
              <a:buFont typeface="Arial"/>
              <a:buNone/>
            </a:pPr>
            <a:r>
              <a:rPr b="1" lang="en" sz="1000">
                <a:solidFill>
                  <a:schemeClr val="dk1"/>
                </a:solidFill>
              </a:rPr>
              <a:t>  pushMatrix();</a:t>
            </a:r>
            <a:endParaRPr b="1" sz="1000">
              <a:solidFill>
                <a:schemeClr val="dk1"/>
              </a:solidFill>
            </a:endParaRPr>
          </a:p>
          <a:p>
            <a:pPr indent="0" lvl="0" marL="0" rtl="0" algn="l">
              <a:spcBef>
                <a:spcPts val="0"/>
              </a:spcBef>
              <a:spcAft>
                <a:spcPts val="0"/>
              </a:spcAft>
              <a:buClr>
                <a:schemeClr val="dk1"/>
              </a:buClr>
              <a:buSzPts val="1100"/>
              <a:buFont typeface="Arial"/>
              <a:buNone/>
            </a:pPr>
            <a:r>
              <a:rPr b="1" lang="en" sz="1000">
                <a:solidFill>
                  <a:schemeClr val="dk1"/>
                </a:solidFill>
              </a:rPr>
              <a:t>    translate(0, 0, 100);</a:t>
            </a:r>
            <a:endParaRPr b="1" sz="1000">
              <a:solidFill>
                <a:schemeClr val="dk1"/>
              </a:solidFill>
            </a:endParaRPr>
          </a:p>
          <a:p>
            <a:pPr indent="0" lvl="0" marL="0" rtl="0" algn="l">
              <a:spcBef>
                <a:spcPts val="0"/>
              </a:spcBef>
              <a:spcAft>
                <a:spcPts val="0"/>
              </a:spcAft>
              <a:buClr>
                <a:schemeClr val="dk1"/>
              </a:buClr>
              <a:buSzPts val="1100"/>
              <a:buFont typeface="Arial"/>
              <a:buNone/>
            </a:pPr>
            <a:r>
              <a:rPr b="1" lang="en" sz="1000">
                <a:solidFill>
                  <a:schemeClr val="dk1"/>
                </a:solidFill>
              </a:rPr>
              <a:t>    drawBox(255, 255, 0, 100);</a:t>
            </a:r>
            <a:endParaRPr b="1" sz="1000">
              <a:solidFill>
                <a:schemeClr val="dk1"/>
              </a:solidFill>
            </a:endParaRPr>
          </a:p>
          <a:p>
            <a:pPr indent="0" lvl="0" marL="0" rtl="0" algn="l">
              <a:spcBef>
                <a:spcPts val="0"/>
              </a:spcBef>
              <a:spcAft>
                <a:spcPts val="0"/>
              </a:spcAft>
              <a:buClr>
                <a:schemeClr val="dk1"/>
              </a:buClr>
              <a:buSzPts val="1100"/>
              <a:buFont typeface="Arial"/>
              <a:buNone/>
            </a:pPr>
            <a:r>
              <a:rPr b="1" lang="en" sz="1000">
                <a:solidFill>
                  <a:schemeClr val="dk1"/>
                </a:solidFill>
              </a:rPr>
              <a:t>  popMatrix();</a:t>
            </a:r>
            <a:endParaRPr b="1" sz="1000">
              <a:solidFill>
                <a:schemeClr val="dk1"/>
              </a:solidFill>
            </a:endParaRPr>
          </a:p>
          <a:p>
            <a:pPr indent="0" lvl="0" marL="0" rtl="0" algn="l">
              <a:spcBef>
                <a:spcPts val="0"/>
              </a:spcBef>
              <a:spcAft>
                <a:spcPts val="0"/>
              </a:spcAft>
              <a:buNone/>
            </a:pPr>
            <a:r>
              <a:rPr lang="en" sz="1000">
                <a:solidFill>
                  <a:schemeClr val="dk1"/>
                </a:solidFill>
              </a:rPr>
              <a:t>}</a:t>
            </a:r>
            <a:endParaRPr sz="1000">
              <a:solidFill>
                <a:schemeClr val="dk1"/>
              </a:solidFill>
            </a:endParaRPr>
          </a:p>
          <a:p>
            <a:pPr indent="0" lvl="0" marL="0" rtl="0" algn="l">
              <a:spcBef>
                <a:spcPts val="0"/>
              </a:spcBef>
              <a:spcAft>
                <a:spcPts val="0"/>
              </a:spcAft>
              <a:buClr>
                <a:schemeClr val="dk1"/>
              </a:buClr>
              <a:buSzPts val="1100"/>
              <a:buFont typeface="Arial"/>
              <a:buNone/>
            </a:pPr>
            <a:r>
              <a:rPr lang="en" sz="1000">
                <a:solidFill>
                  <a:schemeClr val="dk1"/>
                </a:solidFill>
              </a:rPr>
              <a:t>void mouseDragged() { … }</a:t>
            </a:r>
            <a:endParaRPr sz="1000">
              <a:solidFill>
                <a:schemeClr val="dk1"/>
              </a:solidFill>
            </a:endParaRPr>
          </a:p>
          <a:p>
            <a:pPr indent="0" lvl="0" marL="0" rtl="0" algn="l">
              <a:spcBef>
                <a:spcPts val="0"/>
              </a:spcBef>
              <a:spcAft>
                <a:spcPts val="0"/>
              </a:spcAft>
              <a:buNone/>
            </a:pPr>
            <a:r>
              <a:rPr lang="en" sz="1000">
                <a:solidFill>
                  <a:schemeClr val="dk1"/>
                </a:solidFill>
              </a:rPr>
              <a:t>void drawAxis(int w) { … }</a:t>
            </a:r>
            <a:endParaRPr sz="1000">
              <a:solidFill>
                <a:schemeClr val="dk1"/>
              </a:solidFill>
            </a:endParaRPr>
          </a:p>
          <a:p>
            <a:pPr indent="0" lvl="0" marL="0" rtl="0" algn="l">
              <a:spcBef>
                <a:spcPts val="0"/>
              </a:spcBef>
              <a:spcAft>
                <a:spcPts val="0"/>
              </a:spcAft>
              <a:buClr>
                <a:schemeClr val="dk1"/>
              </a:buClr>
              <a:buSzPts val="1100"/>
              <a:buFont typeface="Arial"/>
              <a:buNone/>
            </a:pPr>
            <a:r>
              <a:rPr lang="en" sz="1000">
                <a:solidFill>
                  <a:schemeClr val="dk1"/>
                </a:solidFill>
              </a:rPr>
              <a:t>void drawBox(int r, int g, int b, int w) { … }</a:t>
            </a:r>
            <a:endParaRPr sz="1000">
              <a:solidFill>
                <a:schemeClr val="dk1"/>
              </a:solidFill>
            </a:endParaRPr>
          </a:p>
          <a:p>
            <a:pPr indent="0" lvl="0" marL="0" rtl="0" algn="l">
              <a:spcBef>
                <a:spcPts val="0"/>
              </a:spcBef>
              <a:spcAft>
                <a:spcPts val="0"/>
              </a:spcAft>
              <a:buNone/>
            </a:pPr>
            <a:r>
              <a:t/>
            </a:r>
            <a:endParaRPr sz="1000">
              <a:solidFill>
                <a:srgbClr val="5A5A5A"/>
              </a:solidFill>
            </a:endParaRPr>
          </a:p>
          <a:p>
            <a:pPr indent="0" lvl="0" marL="0" rtl="0" algn="l">
              <a:spcBef>
                <a:spcPts val="0"/>
              </a:spcBef>
              <a:spcAft>
                <a:spcPts val="1600"/>
              </a:spcAft>
              <a:buNone/>
            </a:pPr>
            <a:r>
              <a:rPr lang="en" sz="1000">
                <a:solidFill>
                  <a:srgbClr val="5A5A5A"/>
                </a:solidFill>
              </a:rPr>
              <a:t>  </a:t>
            </a:r>
            <a:endParaRPr sz="1000">
              <a:solidFill>
                <a:srgbClr val="5A5A5A"/>
              </a:solidFill>
            </a:endParaRPr>
          </a:p>
        </p:txBody>
      </p:sp>
      <p:pic>
        <p:nvPicPr>
          <p:cNvPr id="413" name="Google Shape;413;p55"/>
          <p:cNvPicPr preferRelativeResize="0"/>
          <p:nvPr/>
        </p:nvPicPr>
        <p:blipFill>
          <a:blip r:embed="rId3">
            <a:alphaModFix/>
          </a:blip>
          <a:stretch>
            <a:fillRect/>
          </a:stretch>
        </p:blipFill>
        <p:spPr>
          <a:xfrm>
            <a:off x="5239172" y="1067375"/>
            <a:ext cx="3362400" cy="3546208"/>
          </a:xfrm>
          <a:prstGeom prst="rect">
            <a:avLst/>
          </a:prstGeom>
          <a:noFill/>
          <a:ln>
            <a:noFill/>
          </a:ln>
        </p:spPr>
      </p:pic>
      <p:pic>
        <p:nvPicPr>
          <p:cNvPr id="414" name="Google Shape;414;p55"/>
          <p:cNvPicPr preferRelativeResize="0"/>
          <p:nvPr/>
        </p:nvPicPr>
        <p:blipFill>
          <a:blip r:embed="rId4">
            <a:alphaModFix/>
          </a:blip>
          <a:stretch>
            <a:fillRect/>
          </a:stretch>
        </p:blipFill>
        <p:spPr>
          <a:xfrm>
            <a:off x="5239175" y="1067375"/>
            <a:ext cx="3362400" cy="354620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3"/>
                                        </p:tgtEl>
                                        <p:attrNameLst>
                                          <p:attrName>style.visibility</p:attrName>
                                        </p:attrNameLst>
                                      </p:cBhvr>
                                      <p:to>
                                        <p:strVal val="visible"/>
                                      </p:to>
                                    </p:set>
                                    <p:animEffect filter="fade" transition="in">
                                      <p:cBhvr>
                                        <p:cTn dur="1000"/>
                                        <p:tgtEl>
                                          <p:spTgt spid="4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5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56"/>
          <p:cNvSpPr txBox="1"/>
          <p:nvPr>
            <p:ph idx="1" type="body"/>
          </p:nvPr>
        </p:nvSpPr>
        <p:spPr>
          <a:xfrm>
            <a:off x="311700" y="1152475"/>
            <a:ext cx="2167200" cy="373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rPr>
              <a:t>float rotx ..</a:t>
            </a:r>
            <a:endParaRPr sz="1000">
              <a:solidFill>
                <a:schemeClr val="dk1"/>
              </a:solidFill>
            </a:endParaRPr>
          </a:p>
          <a:p>
            <a:pPr indent="0" lvl="0" marL="0" rtl="0" algn="l">
              <a:spcBef>
                <a:spcPts val="0"/>
              </a:spcBef>
              <a:spcAft>
                <a:spcPts val="0"/>
              </a:spcAft>
              <a:buNone/>
            </a:pPr>
            <a:r>
              <a:rPr b="1" lang="en" sz="1000">
                <a:solidFill>
                  <a:schemeClr val="dk1"/>
                </a:solidFill>
              </a:rPr>
              <a:t>float dist=0.;</a:t>
            </a:r>
            <a:endParaRPr b="1" sz="1000">
              <a:solidFill>
                <a:schemeClr val="dk1"/>
              </a:solidFill>
            </a:endParaRPr>
          </a:p>
          <a:p>
            <a:pPr indent="0" lvl="0" marL="0" rtl="0" algn="l">
              <a:spcBef>
                <a:spcPts val="0"/>
              </a:spcBef>
              <a:spcAft>
                <a:spcPts val="0"/>
              </a:spcAft>
              <a:buNone/>
            </a:pPr>
            <a:r>
              <a:rPr b="1" lang="en" sz="1000">
                <a:solidFill>
                  <a:schemeClr val="dk1"/>
                </a:solidFill>
              </a:rPr>
              <a:t>float step=0.1; </a:t>
            </a:r>
            <a:endParaRPr b="1" sz="1000">
              <a:solidFill>
                <a:schemeClr val="dk1"/>
              </a:solidFill>
            </a:endParaRPr>
          </a:p>
          <a:p>
            <a:pPr indent="0" lvl="0" marL="0" rtl="0" algn="l">
              <a:spcBef>
                <a:spcPts val="0"/>
              </a:spcBef>
              <a:spcAft>
                <a:spcPts val="0"/>
              </a:spcAft>
              <a:buNone/>
            </a:pPr>
            <a:r>
              <a:rPr lang="en" sz="1000">
                <a:solidFill>
                  <a:schemeClr val="dk1"/>
                </a:solidFill>
              </a:rPr>
              <a:t>void setup() { .. }</a:t>
            </a:r>
            <a:endParaRPr sz="1000">
              <a:solidFill>
                <a:schemeClr val="dk1"/>
              </a:solidFill>
            </a:endParaRPr>
          </a:p>
          <a:p>
            <a:pPr indent="71120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void draw() {</a:t>
            </a:r>
            <a:endParaRPr sz="1000">
              <a:solidFill>
                <a:schemeClr val="dk1"/>
              </a:solidFill>
            </a:endParaRPr>
          </a:p>
          <a:p>
            <a:pPr indent="0" lvl="0" marL="0" rtl="0" algn="l">
              <a:spcBef>
                <a:spcPts val="0"/>
              </a:spcBef>
              <a:spcAft>
                <a:spcPts val="0"/>
              </a:spcAft>
              <a:buNone/>
            </a:pPr>
            <a:r>
              <a:rPr lang="en" sz="1000">
                <a:solidFill>
                  <a:schemeClr val="dk1"/>
                </a:solidFill>
              </a:rPr>
              <a:t>  background(200);</a:t>
            </a:r>
            <a:endParaRPr sz="1000">
              <a:solidFill>
                <a:schemeClr val="dk1"/>
              </a:solidFill>
            </a:endParaRPr>
          </a:p>
          <a:p>
            <a:pPr indent="0" lvl="0" marL="0" rtl="0" algn="l">
              <a:spcBef>
                <a:spcPts val="0"/>
              </a:spcBef>
              <a:spcAft>
                <a:spcPts val="0"/>
              </a:spcAft>
              <a:buNone/>
            </a:pPr>
            <a:r>
              <a:rPr lang="en" sz="1000">
                <a:solidFill>
                  <a:schemeClr val="dk1"/>
                </a:solidFill>
              </a:rPr>
              <a:t>  translate(width/2, height/2);</a:t>
            </a:r>
            <a:endParaRPr sz="1000">
              <a:solidFill>
                <a:schemeClr val="dk1"/>
              </a:solidFill>
            </a:endParaRPr>
          </a:p>
          <a:p>
            <a:pPr indent="0" lvl="0" marL="0" rtl="0" algn="l">
              <a:spcBef>
                <a:spcPts val="0"/>
              </a:spcBef>
              <a:spcAft>
                <a:spcPts val="0"/>
              </a:spcAft>
              <a:buNone/>
            </a:pPr>
            <a:r>
              <a:rPr lang="en" sz="1000">
                <a:solidFill>
                  <a:schemeClr val="dk1"/>
                </a:solidFill>
              </a:rPr>
              <a:t>  rotateX(rotx);</a:t>
            </a:r>
            <a:endParaRPr sz="1000">
              <a:solidFill>
                <a:schemeClr val="dk1"/>
              </a:solidFill>
            </a:endParaRPr>
          </a:p>
          <a:p>
            <a:pPr indent="0" lvl="0" marL="0" rtl="0" algn="l">
              <a:spcBef>
                <a:spcPts val="0"/>
              </a:spcBef>
              <a:spcAft>
                <a:spcPts val="0"/>
              </a:spcAft>
              <a:buNone/>
            </a:pPr>
            <a:r>
              <a:rPr lang="en" sz="1000">
                <a:solidFill>
                  <a:schemeClr val="dk1"/>
                </a:solidFill>
              </a:rPr>
              <a:t>  rotateY(roty);</a:t>
            </a:r>
            <a:endParaRPr sz="1000">
              <a:solidFill>
                <a:schemeClr val="dk1"/>
              </a:solidFill>
            </a:endParaRPr>
          </a:p>
          <a:p>
            <a:pPr indent="71120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 </a:t>
            </a:r>
            <a:r>
              <a:rPr b="1" lang="en" sz="1000">
                <a:solidFill>
                  <a:schemeClr val="dk1"/>
                </a:solidFill>
              </a:rPr>
              <a:t> drawObject(dist);</a:t>
            </a:r>
            <a:endParaRPr b="1" sz="1000">
              <a:solidFill>
                <a:schemeClr val="dk1"/>
              </a:solidFill>
            </a:endParaRPr>
          </a:p>
          <a:p>
            <a:pPr indent="0" lvl="0" marL="0" rtl="0" algn="l">
              <a:spcBef>
                <a:spcPts val="0"/>
              </a:spcBef>
              <a:spcAft>
                <a:spcPts val="0"/>
              </a:spcAft>
              <a:buNone/>
            </a:pPr>
            <a:r>
              <a:rPr lang="en" sz="1000">
                <a:solidFill>
                  <a:schemeClr val="dk1"/>
                </a:solidFill>
              </a:rPr>
              <a:t>  </a:t>
            </a:r>
            <a:r>
              <a:rPr b="1" lang="en" sz="1000">
                <a:solidFill>
                  <a:schemeClr val="dk1"/>
                </a:solidFill>
              </a:rPr>
              <a:t>dist+=step;</a:t>
            </a:r>
            <a:endParaRPr b="1" sz="1000">
              <a:solidFill>
                <a:schemeClr val="dk1"/>
              </a:solidFill>
            </a:endParaRPr>
          </a:p>
          <a:p>
            <a:pPr indent="0" lvl="0" marL="0" rtl="0" algn="l">
              <a:spcBef>
                <a:spcPts val="0"/>
              </a:spcBef>
              <a:spcAft>
                <a:spcPts val="0"/>
              </a:spcAft>
              <a:buNone/>
            </a:pPr>
            <a:r>
              <a:rPr b="1" lang="en" sz="1000">
                <a:solidFill>
                  <a:schemeClr val="dk1"/>
                </a:solidFill>
              </a:rPr>
              <a:t>  if(dist&gt;=200) step=-0.1;</a:t>
            </a:r>
            <a:endParaRPr b="1" sz="1000">
              <a:solidFill>
                <a:schemeClr val="dk1"/>
              </a:solidFill>
            </a:endParaRPr>
          </a:p>
          <a:p>
            <a:pPr indent="0" lvl="0" marL="0" rtl="0" algn="l">
              <a:spcBef>
                <a:spcPts val="0"/>
              </a:spcBef>
              <a:spcAft>
                <a:spcPts val="0"/>
              </a:spcAft>
              <a:buNone/>
            </a:pPr>
            <a:r>
              <a:rPr b="1" lang="en" sz="1000">
                <a:solidFill>
                  <a:schemeClr val="dk1"/>
                </a:solidFill>
              </a:rPr>
              <a:t>  else if(dist&lt;=0) step=0.1;</a:t>
            </a:r>
            <a:endParaRPr b="1" sz="1000">
              <a:solidFill>
                <a:schemeClr val="dk1"/>
              </a:solidFill>
            </a:endParaRPr>
          </a:p>
          <a:p>
            <a:pPr indent="0" lvl="0" marL="0" rtl="0" algn="l">
              <a:spcBef>
                <a:spcPts val="0"/>
              </a:spcBef>
              <a:spcAft>
                <a:spcPts val="0"/>
              </a:spcAft>
              <a:buNone/>
            </a:pPr>
            <a:r>
              <a:rPr lang="en" sz="1000">
                <a:solidFill>
                  <a:schemeClr val="dk1"/>
                </a:solidFill>
              </a:rPr>
              <a:t>}</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1600"/>
              </a:spcAft>
              <a:buNone/>
            </a:pPr>
            <a:r>
              <a:t/>
            </a:r>
            <a:endParaRPr sz="1000">
              <a:solidFill>
                <a:srgbClr val="5A5A5A"/>
              </a:solidFill>
            </a:endParaRPr>
          </a:p>
        </p:txBody>
      </p:sp>
      <p:sp>
        <p:nvSpPr>
          <p:cNvPr id="421" name="Google Shape;421;p5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2" name="Google Shape;422;p56"/>
          <p:cNvSpPr txBox="1"/>
          <p:nvPr>
            <p:ph idx="1" type="body"/>
          </p:nvPr>
        </p:nvSpPr>
        <p:spPr>
          <a:xfrm>
            <a:off x="1814750" y="985075"/>
            <a:ext cx="2569800" cy="4158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1"/>
                </a:solidFill>
              </a:rPr>
              <a:t>void drawObject(float d)</a:t>
            </a:r>
            <a:r>
              <a:rPr lang="en" sz="1000">
                <a:solidFill>
                  <a:schemeClr val="dk1"/>
                </a:solidFill>
              </a:rPr>
              <a:t> {</a:t>
            </a:r>
            <a:endParaRPr sz="1000">
              <a:solidFill>
                <a:schemeClr val="dk1"/>
              </a:solidFill>
            </a:endParaRPr>
          </a:p>
          <a:p>
            <a:pPr indent="0" lvl="0" marL="0" rtl="0" algn="l">
              <a:spcBef>
                <a:spcPts val="0"/>
              </a:spcBef>
              <a:spcAft>
                <a:spcPts val="0"/>
              </a:spcAft>
              <a:buNone/>
            </a:pPr>
            <a:r>
              <a:rPr lang="en" sz="1000">
                <a:solidFill>
                  <a:schemeClr val="dk1"/>
                </a:solidFill>
              </a:rPr>
              <a:t>  drawAxis(200);</a:t>
            </a:r>
            <a:endParaRPr sz="1000">
              <a:solidFill>
                <a:schemeClr val="dk1"/>
              </a:solidFill>
            </a:endParaRPr>
          </a:p>
          <a:p>
            <a:pPr indent="0" lvl="0" marL="0" rtl="0" algn="l">
              <a:spcBef>
                <a:spcPts val="0"/>
              </a:spcBef>
              <a:spcAft>
                <a:spcPts val="0"/>
              </a:spcAft>
              <a:buNone/>
            </a:pPr>
            <a:r>
              <a:rPr lang="en" sz="1000">
                <a:solidFill>
                  <a:schemeClr val="dk1"/>
                </a:solidFill>
              </a:rPr>
              <a:t>  drawBox(255, 0, 0, 100);</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  pushMatrix();</a:t>
            </a:r>
            <a:endParaRPr sz="1000">
              <a:solidFill>
                <a:schemeClr val="dk1"/>
              </a:solidFill>
            </a:endParaRPr>
          </a:p>
          <a:p>
            <a:pPr indent="0" lvl="0" marL="0" rtl="0" algn="l">
              <a:spcBef>
                <a:spcPts val="0"/>
              </a:spcBef>
              <a:spcAft>
                <a:spcPts val="0"/>
              </a:spcAft>
              <a:buNone/>
            </a:pPr>
            <a:r>
              <a:rPr lang="en" sz="1000">
                <a:solidFill>
                  <a:schemeClr val="dk1"/>
                </a:solidFill>
              </a:rPr>
              <a:t>    translate(-d, 0, 0);</a:t>
            </a:r>
            <a:endParaRPr sz="1000">
              <a:solidFill>
                <a:schemeClr val="dk1"/>
              </a:solidFill>
            </a:endParaRPr>
          </a:p>
          <a:p>
            <a:pPr indent="0" lvl="0" marL="0" rtl="0" algn="l">
              <a:spcBef>
                <a:spcPts val="0"/>
              </a:spcBef>
              <a:spcAft>
                <a:spcPts val="0"/>
              </a:spcAft>
              <a:buNone/>
            </a:pPr>
            <a:r>
              <a:rPr lang="en" sz="1000">
                <a:solidFill>
                  <a:schemeClr val="dk1"/>
                </a:solidFill>
              </a:rPr>
              <a:t>    drawBox(0, 255, 0, 100);</a:t>
            </a:r>
            <a:endParaRPr sz="1000">
              <a:solidFill>
                <a:schemeClr val="dk1"/>
              </a:solidFill>
            </a:endParaRPr>
          </a:p>
          <a:p>
            <a:pPr indent="0" lvl="0" marL="0" rtl="0" algn="l">
              <a:spcBef>
                <a:spcPts val="0"/>
              </a:spcBef>
              <a:spcAft>
                <a:spcPts val="0"/>
              </a:spcAft>
              <a:buNone/>
            </a:pPr>
            <a:r>
              <a:rPr lang="en" sz="1000">
                <a:solidFill>
                  <a:schemeClr val="dk1"/>
                </a:solidFill>
              </a:rPr>
              <a:t>  popMatrix();</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  pushMatrix();</a:t>
            </a:r>
            <a:endParaRPr sz="1000">
              <a:solidFill>
                <a:schemeClr val="dk1"/>
              </a:solidFill>
            </a:endParaRPr>
          </a:p>
          <a:p>
            <a:pPr indent="0" lvl="0" marL="0" rtl="0" algn="l">
              <a:spcBef>
                <a:spcPts val="0"/>
              </a:spcBef>
              <a:spcAft>
                <a:spcPts val="0"/>
              </a:spcAft>
              <a:buNone/>
            </a:pPr>
            <a:r>
              <a:rPr lang="en" sz="1000">
                <a:solidFill>
                  <a:schemeClr val="dk1"/>
                </a:solidFill>
              </a:rPr>
              <a:t>    translate(d, 0, 0);</a:t>
            </a:r>
            <a:endParaRPr sz="1000">
              <a:solidFill>
                <a:schemeClr val="dk1"/>
              </a:solidFill>
            </a:endParaRPr>
          </a:p>
          <a:p>
            <a:pPr indent="0" lvl="0" marL="0" rtl="0" algn="l">
              <a:spcBef>
                <a:spcPts val="0"/>
              </a:spcBef>
              <a:spcAft>
                <a:spcPts val="0"/>
              </a:spcAft>
              <a:buNone/>
            </a:pPr>
            <a:r>
              <a:rPr lang="en" sz="1000">
                <a:solidFill>
                  <a:schemeClr val="dk1"/>
                </a:solidFill>
              </a:rPr>
              <a:t>    drawBox(0, 255, 0, 100);</a:t>
            </a:r>
            <a:endParaRPr sz="1000">
              <a:solidFill>
                <a:schemeClr val="dk1"/>
              </a:solidFill>
            </a:endParaRPr>
          </a:p>
          <a:p>
            <a:pPr indent="0" lvl="0" marL="0" rtl="0" algn="l">
              <a:spcBef>
                <a:spcPts val="0"/>
              </a:spcBef>
              <a:spcAft>
                <a:spcPts val="0"/>
              </a:spcAft>
              <a:buNone/>
            </a:pPr>
            <a:r>
              <a:rPr lang="en" sz="1000">
                <a:solidFill>
                  <a:schemeClr val="dk1"/>
                </a:solidFill>
              </a:rPr>
              <a:t>  popMatrix();</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  pushMatrix();</a:t>
            </a:r>
            <a:endParaRPr sz="1000">
              <a:solidFill>
                <a:schemeClr val="dk1"/>
              </a:solidFill>
            </a:endParaRPr>
          </a:p>
          <a:p>
            <a:pPr indent="0" lvl="0" marL="0" rtl="0" algn="l">
              <a:spcBef>
                <a:spcPts val="0"/>
              </a:spcBef>
              <a:spcAft>
                <a:spcPts val="0"/>
              </a:spcAft>
              <a:buNone/>
            </a:pPr>
            <a:r>
              <a:rPr lang="en" sz="1000">
                <a:solidFill>
                  <a:schemeClr val="dk1"/>
                </a:solidFill>
              </a:rPr>
              <a:t>    translate(0, -d, 0);</a:t>
            </a:r>
            <a:endParaRPr sz="1000">
              <a:solidFill>
                <a:schemeClr val="dk1"/>
              </a:solidFill>
            </a:endParaRPr>
          </a:p>
          <a:p>
            <a:pPr indent="0" lvl="0" marL="0" rtl="0" algn="l">
              <a:spcBef>
                <a:spcPts val="0"/>
              </a:spcBef>
              <a:spcAft>
                <a:spcPts val="0"/>
              </a:spcAft>
              <a:buNone/>
            </a:pPr>
            <a:r>
              <a:rPr lang="en" sz="1000">
                <a:solidFill>
                  <a:schemeClr val="dk1"/>
                </a:solidFill>
              </a:rPr>
              <a:t>    drawBox(0, 0, 255, 100);</a:t>
            </a:r>
            <a:endParaRPr sz="1000">
              <a:solidFill>
                <a:schemeClr val="dk1"/>
              </a:solidFill>
            </a:endParaRPr>
          </a:p>
          <a:p>
            <a:pPr indent="0" lvl="0" marL="0" rtl="0" algn="l">
              <a:spcBef>
                <a:spcPts val="0"/>
              </a:spcBef>
              <a:spcAft>
                <a:spcPts val="0"/>
              </a:spcAft>
              <a:buNone/>
            </a:pPr>
            <a:r>
              <a:rPr lang="en" sz="1000">
                <a:solidFill>
                  <a:schemeClr val="dk1"/>
                </a:solidFill>
              </a:rPr>
              <a:t>  popMatrix();</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  pushMatrix();</a:t>
            </a:r>
            <a:endParaRPr sz="1000">
              <a:solidFill>
                <a:schemeClr val="dk1"/>
              </a:solidFill>
            </a:endParaRPr>
          </a:p>
          <a:p>
            <a:pPr indent="0" lvl="0" marL="0" rtl="0" algn="l">
              <a:spcBef>
                <a:spcPts val="0"/>
              </a:spcBef>
              <a:spcAft>
                <a:spcPts val="0"/>
              </a:spcAft>
              <a:buNone/>
            </a:pPr>
            <a:r>
              <a:rPr lang="en" sz="1000">
                <a:solidFill>
                  <a:schemeClr val="dk1"/>
                </a:solidFill>
              </a:rPr>
              <a:t>    translate(0, d, 0);</a:t>
            </a:r>
            <a:endParaRPr sz="1000">
              <a:solidFill>
                <a:schemeClr val="dk1"/>
              </a:solidFill>
            </a:endParaRPr>
          </a:p>
          <a:p>
            <a:pPr indent="0" lvl="0" marL="0" rtl="0" algn="l">
              <a:spcBef>
                <a:spcPts val="0"/>
              </a:spcBef>
              <a:spcAft>
                <a:spcPts val="0"/>
              </a:spcAft>
              <a:buNone/>
            </a:pPr>
            <a:r>
              <a:rPr lang="en" sz="1000">
                <a:solidFill>
                  <a:schemeClr val="dk1"/>
                </a:solidFill>
              </a:rPr>
              <a:t>    drawBox(0, 0, 255, 100);</a:t>
            </a:r>
            <a:endParaRPr sz="1000">
              <a:solidFill>
                <a:schemeClr val="dk1"/>
              </a:solidFill>
            </a:endParaRPr>
          </a:p>
          <a:p>
            <a:pPr indent="0" lvl="0" marL="0" rtl="0" algn="l">
              <a:spcBef>
                <a:spcPts val="0"/>
              </a:spcBef>
              <a:spcAft>
                <a:spcPts val="0"/>
              </a:spcAft>
              <a:buNone/>
            </a:pPr>
            <a:r>
              <a:rPr lang="en" sz="1000">
                <a:solidFill>
                  <a:schemeClr val="dk1"/>
                </a:solidFill>
              </a:rPr>
              <a:t>  popMatrix();</a:t>
            </a:r>
            <a:endParaRPr sz="1000">
              <a:solidFill>
                <a:schemeClr val="dk1"/>
              </a:solidFill>
            </a:endParaRPr>
          </a:p>
          <a:p>
            <a:pPr indent="0" lvl="0" marL="0" rtl="0" algn="l">
              <a:spcBef>
                <a:spcPts val="0"/>
              </a:spcBef>
              <a:spcAft>
                <a:spcPts val="1600"/>
              </a:spcAft>
              <a:buNone/>
            </a:pPr>
            <a:r>
              <a:t/>
            </a:r>
            <a:endParaRPr sz="1000">
              <a:solidFill>
                <a:srgbClr val="5A5A5A"/>
              </a:solidFill>
            </a:endParaRPr>
          </a:p>
        </p:txBody>
      </p:sp>
      <p:sp>
        <p:nvSpPr>
          <p:cNvPr id="423" name="Google Shape;423;p56"/>
          <p:cNvSpPr txBox="1"/>
          <p:nvPr>
            <p:ph idx="1" type="body"/>
          </p:nvPr>
        </p:nvSpPr>
        <p:spPr>
          <a:xfrm>
            <a:off x="3414950" y="985075"/>
            <a:ext cx="2569800" cy="4158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rPr>
              <a:t>  pushMatrix();</a:t>
            </a:r>
            <a:endParaRPr sz="1000">
              <a:solidFill>
                <a:schemeClr val="dk1"/>
              </a:solidFill>
            </a:endParaRPr>
          </a:p>
          <a:p>
            <a:pPr indent="0" lvl="0" marL="0" rtl="0" algn="l">
              <a:spcBef>
                <a:spcPts val="0"/>
              </a:spcBef>
              <a:spcAft>
                <a:spcPts val="0"/>
              </a:spcAft>
              <a:buNone/>
            </a:pPr>
            <a:r>
              <a:rPr lang="en" sz="1000">
                <a:solidFill>
                  <a:schemeClr val="dk1"/>
                </a:solidFill>
              </a:rPr>
              <a:t>    translate(0, 0, -d);</a:t>
            </a:r>
            <a:endParaRPr sz="1000">
              <a:solidFill>
                <a:schemeClr val="dk1"/>
              </a:solidFill>
            </a:endParaRPr>
          </a:p>
          <a:p>
            <a:pPr indent="0" lvl="0" marL="0" rtl="0" algn="l">
              <a:spcBef>
                <a:spcPts val="0"/>
              </a:spcBef>
              <a:spcAft>
                <a:spcPts val="0"/>
              </a:spcAft>
              <a:buNone/>
            </a:pPr>
            <a:r>
              <a:rPr lang="en" sz="1000">
                <a:solidFill>
                  <a:schemeClr val="dk1"/>
                </a:solidFill>
              </a:rPr>
              <a:t>    drawBox(0, 255, 255, 100);</a:t>
            </a:r>
            <a:endParaRPr sz="1000">
              <a:solidFill>
                <a:schemeClr val="dk1"/>
              </a:solidFill>
            </a:endParaRPr>
          </a:p>
          <a:p>
            <a:pPr indent="0" lvl="0" marL="0" rtl="0" algn="l">
              <a:spcBef>
                <a:spcPts val="0"/>
              </a:spcBef>
              <a:spcAft>
                <a:spcPts val="0"/>
              </a:spcAft>
              <a:buNone/>
            </a:pPr>
            <a:r>
              <a:rPr lang="en" sz="1000">
                <a:solidFill>
                  <a:schemeClr val="dk1"/>
                </a:solidFill>
              </a:rPr>
              <a:t>  popMatrix();</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  pushMatrix();</a:t>
            </a:r>
            <a:endParaRPr sz="1000">
              <a:solidFill>
                <a:schemeClr val="dk1"/>
              </a:solidFill>
            </a:endParaRPr>
          </a:p>
          <a:p>
            <a:pPr indent="0" lvl="0" marL="0" rtl="0" algn="l">
              <a:spcBef>
                <a:spcPts val="0"/>
              </a:spcBef>
              <a:spcAft>
                <a:spcPts val="0"/>
              </a:spcAft>
              <a:buNone/>
            </a:pPr>
            <a:r>
              <a:rPr lang="en" sz="1000">
                <a:solidFill>
                  <a:schemeClr val="dk1"/>
                </a:solidFill>
              </a:rPr>
              <a:t>    translate(0, 0, d);</a:t>
            </a:r>
            <a:endParaRPr sz="1000">
              <a:solidFill>
                <a:schemeClr val="dk1"/>
              </a:solidFill>
            </a:endParaRPr>
          </a:p>
          <a:p>
            <a:pPr indent="0" lvl="0" marL="0" rtl="0" algn="l">
              <a:spcBef>
                <a:spcPts val="0"/>
              </a:spcBef>
              <a:spcAft>
                <a:spcPts val="0"/>
              </a:spcAft>
              <a:buNone/>
            </a:pPr>
            <a:r>
              <a:rPr lang="en" sz="1000">
                <a:solidFill>
                  <a:schemeClr val="dk1"/>
                </a:solidFill>
              </a:rPr>
              <a:t>    drawBox(0, 255, 255, 100);</a:t>
            </a:r>
            <a:endParaRPr sz="1000">
              <a:solidFill>
                <a:schemeClr val="dk1"/>
              </a:solidFill>
            </a:endParaRPr>
          </a:p>
          <a:p>
            <a:pPr indent="0" lvl="0" marL="0" rtl="0" algn="l">
              <a:spcBef>
                <a:spcPts val="0"/>
              </a:spcBef>
              <a:spcAft>
                <a:spcPts val="0"/>
              </a:spcAft>
              <a:buNone/>
            </a:pPr>
            <a:r>
              <a:rPr lang="en" sz="1000">
                <a:solidFill>
                  <a:schemeClr val="dk1"/>
                </a:solidFill>
              </a:rPr>
              <a:t>  popMatrix();</a:t>
            </a:r>
            <a:endParaRPr sz="1000">
              <a:solidFill>
                <a:schemeClr val="dk1"/>
              </a:solidFill>
            </a:endParaRPr>
          </a:p>
          <a:p>
            <a:pPr indent="0" lvl="0" marL="0" rtl="0" algn="l">
              <a:spcBef>
                <a:spcPts val="0"/>
              </a:spcBef>
              <a:spcAft>
                <a:spcPts val="0"/>
              </a:spcAft>
              <a:buNone/>
            </a:pPr>
            <a:r>
              <a:rPr lang="en" sz="1000">
                <a:solidFill>
                  <a:schemeClr val="dk1"/>
                </a:solidFill>
              </a:rPr>
              <a:t>}</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Clr>
                <a:schemeClr val="dk1"/>
              </a:buClr>
              <a:buSzPts val="1100"/>
              <a:buFont typeface="Arial"/>
              <a:buNone/>
            </a:pPr>
            <a:r>
              <a:rPr lang="en" sz="1000">
                <a:solidFill>
                  <a:schemeClr val="dk1"/>
                </a:solidFill>
              </a:rPr>
              <a:t>void mouseDragged() { … }</a:t>
            </a:r>
            <a:endParaRPr sz="1000">
              <a:solidFill>
                <a:schemeClr val="dk1"/>
              </a:solidFill>
            </a:endParaRPr>
          </a:p>
          <a:p>
            <a:pPr indent="0" lvl="0" marL="0" rtl="0" algn="l">
              <a:spcBef>
                <a:spcPts val="0"/>
              </a:spcBef>
              <a:spcAft>
                <a:spcPts val="0"/>
              </a:spcAft>
              <a:buClr>
                <a:schemeClr val="dk1"/>
              </a:buClr>
              <a:buSzPts val="1100"/>
              <a:buFont typeface="Arial"/>
              <a:buNone/>
            </a:pPr>
            <a:r>
              <a:rPr lang="en" sz="1000">
                <a:solidFill>
                  <a:schemeClr val="dk1"/>
                </a:solidFill>
              </a:rPr>
              <a:t>void drawAxis(int w) { … }</a:t>
            </a:r>
            <a:endParaRPr sz="1000">
              <a:solidFill>
                <a:schemeClr val="dk1"/>
              </a:solidFill>
            </a:endParaRPr>
          </a:p>
          <a:p>
            <a:pPr indent="0" lvl="0" marL="0" rtl="0" algn="l">
              <a:spcBef>
                <a:spcPts val="0"/>
              </a:spcBef>
              <a:spcAft>
                <a:spcPts val="0"/>
              </a:spcAft>
              <a:buNone/>
            </a:pPr>
            <a:r>
              <a:rPr lang="en" sz="1000">
                <a:solidFill>
                  <a:schemeClr val="dk1"/>
                </a:solidFill>
              </a:rPr>
              <a:t>void drawBox(int r, int g, int b, int w) { … }</a:t>
            </a:r>
            <a:endParaRPr sz="1000">
              <a:solidFill>
                <a:schemeClr val="dk1"/>
              </a:solidFill>
            </a:endParaRPr>
          </a:p>
          <a:p>
            <a:pPr indent="711200" lvl="0" marL="0" rtl="0" algn="l">
              <a:spcBef>
                <a:spcPts val="0"/>
              </a:spcBef>
              <a:spcAft>
                <a:spcPts val="0"/>
              </a:spcAft>
              <a:buNone/>
            </a:pPr>
            <a:r>
              <a:t/>
            </a:r>
            <a:endParaRPr sz="1000">
              <a:solidFill>
                <a:srgbClr val="5A5A5A"/>
              </a:solidFill>
            </a:endParaRPr>
          </a:p>
          <a:p>
            <a:pPr indent="0" lvl="0" marL="0" rtl="0" algn="l">
              <a:spcBef>
                <a:spcPts val="0"/>
              </a:spcBef>
              <a:spcAft>
                <a:spcPts val="1600"/>
              </a:spcAft>
              <a:buNone/>
            </a:pPr>
            <a:r>
              <a:rPr lang="en" sz="1000">
                <a:solidFill>
                  <a:srgbClr val="5A5A5A"/>
                </a:solidFill>
              </a:rPr>
              <a:t>  </a:t>
            </a:r>
            <a:endParaRPr sz="1000">
              <a:solidFill>
                <a:srgbClr val="5A5A5A"/>
              </a:solidFill>
            </a:endParaRPr>
          </a:p>
        </p:txBody>
      </p:sp>
      <p:pic>
        <p:nvPicPr>
          <p:cNvPr id="424" name="Google Shape;424;p56"/>
          <p:cNvPicPr preferRelativeResize="0"/>
          <p:nvPr/>
        </p:nvPicPr>
        <p:blipFill>
          <a:blip r:embed="rId3">
            <a:alphaModFix/>
          </a:blip>
          <a:stretch>
            <a:fillRect/>
          </a:stretch>
        </p:blipFill>
        <p:spPr>
          <a:xfrm>
            <a:off x="5239172" y="1067375"/>
            <a:ext cx="3362400" cy="3546208"/>
          </a:xfrm>
          <a:prstGeom prst="rect">
            <a:avLst/>
          </a:prstGeom>
          <a:noFill/>
          <a:ln>
            <a:noFill/>
          </a:ln>
        </p:spPr>
      </p:pic>
      <p:pic>
        <p:nvPicPr>
          <p:cNvPr id="425" name="Google Shape;425;p56"/>
          <p:cNvPicPr preferRelativeResize="0"/>
          <p:nvPr/>
        </p:nvPicPr>
        <p:blipFill>
          <a:blip r:embed="rId4">
            <a:alphaModFix/>
          </a:blip>
          <a:stretch>
            <a:fillRect/>
          </a:stretch>
        </p:blipFill>
        <p:spPr>
          <a:xfrm>
            <a:off x="5239172" y="1067375"/>
            <a:ext cx="3362400" cy="354620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5"/>
                                        </p:tgtEl>
                                        <p:attrNameLst>
                                          <p:attrName>style.visibility</p:attrName>
                                        </p:attrNameLst>
                                      </p:cBhvr>
                                      <p:to>
                                        <p:strVal val="visible"/>
                                      </p:to>
                                    </p:set>
                                    <p:animEffect filter="fade" transition="in">
                                      <p:cBhvr>
                                        <p:cTn dur="1000"/>
                                        <p:tgtEl>
                                          <p:spTgt spid="4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5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200"/>
              <a:t>Projection Transformations</a:t>
            </a:r>
            <a:endParaRPr/>
          </a:p>
        </p:txBody>
      </p:sp>
      <p:sp>
        <p:nvSpPr>
          <p:cNvPr id="431" name="Google Shape;431;p5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17500" lvl="0" marL="457200" rtl="0" algn="l">
              <a:lnSpc>
                <a:spcPct val="100000"/>
              </a:lnSpc>
              <a:spcBef>
                <a:spcPts val="0"/>
              </a:spcBef>
              <a:spcAft>
                <a:spcPts val="0"/>
              </a:spcAft>
              <a:buClr>
                <a:schemeClr val="dk1"/>
              </a:buClr>
              <a:buSzPts val="1400"/>
              <a:buChar char="●"/>
            </a:pPr>
            <a:r>
              <a:rPr lang="en" sz="1400">
                <a:solidFill>
                  <a:schemeClr val="dk1"/>
                </a:solidFill>
              </a:rPr>
              <a:t>Converts objects defined in 3D space into objects defined in 2D space.</a:t>
            </a:r>
            <a:endParaRPr sz="1400">
              <a:solidFill>
                <a:schemeClr val="dk1"/>
              </a:solidFill>
            </a:endParaRPr>
          </a:p>
          <a:p>
            <a:pPr indent="-317500" lvl="0" marL="457200" rtl="0" algn="l">
              <a:lnSpc>
                <a:spcPct val="100000"/>
              </a:lnSpc>
              <a:spcBef>
                <a:spcPts val="0"/>
              </a:spcBef>
              <a:spcAft>
                <a:spcPts val="0"/>
              </a:spcAft>
              <a:buClr>
                <a:schemeClr val="dk1"/>
              </a:buClr>
              <a:buSzPts val="1400"/>
              <a:buChar char="●"/>
            </a:pPr>
            <a:r>
              <a:rPr lang="en" sz="1400">
                <a:solidFill>
                  <a:schemeClr val="dk1"/>
                </a:solidFill>
              </a:rPr>
              <a:t>There are two basic types of 3D to 2D projects:</a:t>
            </a:r>
            <a:endParaRPr sz="1400">
              <a:solidFill>
                <a:schemeClr val="dk1"/>
              </a:solidFill>
            </a:endParaRPr>
          </a:p>
          <a:p>
            <a:pPr indent="0" lvl="0" marL="0" rtl="0" algn="l">
              <a:lnSpc>
                <a:spcPct val="100000"/>
              </a:lnSpc>
              <a:spcBef>
                <a:spcPts val="0"/>
              </a:spcBef>
              <a:spcAft>
                <a:spcPts val="0"/>
              </a:spcAft>
              <a:buNone/>
            </a:pPr>
            <a:r>
              <a:rPr lang="en" sz="1400">
                <a:solidFill>
                  <a:schemeClr val="dk1"/>
                </a:solidFill>
              </a:rPr>
              <a:t>  	</a:t>
            </a:r>
            <a:endParaRPr sz="1400">
              <a:solidFill>
                <a:schemeClr val="dk1"/>
              </a:solidFill>
            </a:endParaRPr>
          </a:p>
          <a:p>
            <a:pPr indent="457200" lvl="0" marL="0" rtl="0" algn="l">
              <a:lnSpc>
                <a:spcPct val="100000"/>
              </a:lnSpc>
              <a:spcBef>
                <a:spcPts val="0"/>
              </a:spcBef>
              <a:spcAft>
                <a:spcPts val="0"/>
              </a:spcAft>
              <a:buNone/>
            </a:pPr>
            <a:r>
              <a:rPr lang="en" sz="1400">
                <a:solidFill>
                  <a:schemeClr val="dk1"/>
                </a:solidFill>
              </a:rPr>
              <a:t>- </a:t>
            </a:r>
            <a:r>
              <a:rPr b="1" lang="en" sz="1400">
                <a:solidFill>
                  <a:schemeClr val="dk1"/>
                </a:solidFill>
              </a:rPr>
              <a:t>orthographic </a:t>
            </a:r>
            <a:r>
              <a:rPr lang="en" sz="1400">
                <a:solidFill>
                  <a:schemeClr val="dk1"/>
                </a:solidFill>
              </a:rPr>
              <a:t>: a parallel project of 3D values onto a 2D plane; </a:t>
            </a:r>
            <a:endParaRPr sz="1400">
              <a:solidFill>
                <a:schemeClr val="dk1"/>
              </a:solidFill>
            </a:endParaRPr>
          </a:p>
          <a:p>
            <a:pPr indent="457200" lvl="0" marL="0" rtl="0" algn="l">
              <a:lnSpc>
                <a:spcPct val="100000"/>
              </a:lnSpc>
              <a:spcBef>
                <a:spcPts val="0"/>
              </a:spcBef>
              <a:spcAft>
                <a:spcPts val="0"/>
              </a:spcAft>
              <a:buClr>
                <a:schemeClr val="dk1"/>
              </a:buClr>
              <a:buSzPts val="1100"/>
              <a:buFont typeface="Arial"/>
              <a:buNone/>
            </a:pPr>
            <a:r>
              <a:rPr lang="en" sz="1400">
                <a:solidFill>
                  <a:schemeClr val="dk1"/>
                </a:solidFill>
              </a:rPr>
              <a:t>useful for engineering drawings</a:t>
            </a:r>
            <a:endParaRPr sz="1400">
              <a:solidFill>
                <a:schemeClr val="dk1"/>
              </a:solidFill>
            </a:endParaRPr>
          </a:p>
          <a:p>
            <a:pPr indent="0" lvl="0" marL="0" rtl="0" algn="l">
              <a:lnSpc>
                <a:spcPct val="100000"/>
              </a:lnSpc>
              <a:spcBef>
                <a:spcPts val="0"/>
              </a:spcBef>
              <a:spcAft>
                <a:spcPts val="0"/>
              </a:spcAft>
              <a:buNone/>
            </a:pPr>
            <a:r>
              <a:rPr lang="en" sz="1400">
                <a:solidFill>
                  <a:schemeClr val="dk1"/>
                </a:solidFill>
              </a:rPr>
              <a:t>  	</a:t>
            </a:r>
            <a:endParaRPr sz="1400">
              <a:solidFill>
                <a:schemeClr val="dk1"/>
              </a:solidFill>
            </a:endParaRPr>
          </a:p>
          <a:p>
            <a:pPr indent="457200" lvl="0" marL="0" rtl="0" algn="l">
              <a:lnSpc>
                <a:spcPct val="100000"/>
              </a:lnSpc>
              <a:spcBef>
                <a:spcPts val="0"/>
              </a:spcBef>
              <a:spcAft>
                <a:spcPts val="0"/>
              </a:spcAft>
              <a:buNone/>
            </a:pPr>
            <a:r>
              <a:rPr lang="en" sz="1400">
                <a:solidFill>
                  <a:schemeClr val="dk1"/>
                </a:solidFill>
              </a:rPr>
              <a:t>- </a:t>
            </a:r>
            <a:r>
              <a:rPr b="1" lang="en" sz="1400">
                <a:solidFill>
                  <a:schemeClr val="dk1"/>
                </a:solidFill>
              </a:rPr>
              <a:t>perspective </a:t>
            </a:r>
            <a:r>
              <a:rPr lang="en" sz="1400">
                <a:solidFill>
                  <a:schemeClr val="dk1"/>
                </a:solidFill>
              </a:rPr>
              <a:t>: the way your eye sees the normal world around you; </a:t>
            </a:r>
            <a:endParaRPr sz="1400">
              <a:solidFill>
                <a:schemeClr val="dk1"/>
              </a:solidFill>
            </a:endParaRPr>
          </a:p>
          <a:p>
            <a:pPr indent="457200" lvl="0" marL="0" rtl="0" algn="l">
              <a:lnSpc>
                <a:spcPct val="100000"/>
              </a:lnSpc>
              <a:spcBef>
                <a:spcPts val="0"/>
              </a:spcBef>
              <a:spcAft>
                <a:spcPts val="0"/>
              </a:spcAft>
              <a:buClr>
                <a:schemeClr val="dk1"/>
              </a:buClr>
              <a:buSzPts val="1100"/>
              <a:buFont typeface="Arial"/>
              <a:buNone/>
            </a:pPr>
            <a:r>
              <a:rPr lang="en" sz="1400">
                <a:solidFill>
                  <a:schemeClr val="dk1"/>
                </a:solidFill>
              </a:rPr>
              <a:t>used for animation and visual simulation</a:t>
            </a:r>
            <a:endParaRPr sz="1400">
              <a:solidFill>
                <a:schemeClr val="dk1"/>
              </a:solidFill>
            </a:endParaRPr>
          </a:p>
          <a:p>
            <a:pPr indent="0" lvl="0" marL="0" rtl="0" algn="l">
              <a:spcBef>
                <a:spcPts val="0"/>
              </a:spcBef>
              <a:spcAft>
                <a:spcPts val="1600"/>
              </a:spcAft>
              <a:buNone/>
            </a:pPr>
            <a:r>
              <a:t/>
            </a:r>
            <a:endParaRPr sz="1400"/>
          </a:p>
        </p:txBody>
      </p:sp>
      <p:sp>
        <p:nvSpPr>
          <p:cNvPr id="432" name="Google Shape;432;p5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5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camera</a:t>
            </a:r>
            <a:endParaRPr/>
          </a:p>
        </p:txBody>
      </p:sp>
      <p:sp>
        <p:nvSpPr>
          <p:cNvPr id="438" name="Google Shape;438;p5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950">
                <a:solidFill>
                  <a:srgbClr val="252525"/>
                </a:solidFill>
                <a:highlight>
                  <a:srgbClr val="FFFFFF"/>
                </a:highlight>
                <a:latin typeface="Georgia"/>
                <a:ea typeface="Georgia"/>
                <a:cs typeface="Georgia"/>
                <a:sym typeface="Georgia"/>
              </a:rPr>
              <a:t>Examples</a:t>
            </a:r>
            <a:endParaRPr b="1" sz="950">
              <a:solidFill>
                <a:srgbClr val="252525"/>
              </a:solidFill>
              <a:highlight>
                <a:srgbClr val="FFFFFF"/>
              </a:highlight>
              <a:latin typeface="Georgia"/>
              <a:ea typeface="Georgia"/>
              <a:cs typeface="Georgia"/>
              <a:sym typeface="Georgia"/>
            </a:endParaRPr>
          </a:p>
          <a:p>
            <a:pPr indent="457200" lvl="0" marL="0" rtl="0" algn="l">
              <a:lnSpc>
                <a:spcPct val="100000"/>
              </a:lnSpc>
              <a:spcBef>
                <a:spcPts val="0"/>
              </a:spcBef>
              <a:spcAft>
                <a:spcPts val="0"/>
              </a:spcAft>
              <a:buNone/>
            </a:pPr>
            <a:r>
              <a:rPr lang="en" sz="850">
                <a:solidFill>
                  <a:srgbClr val="000000"/>
                </a:solidFill>
                <a:highlight>
                  <a:srgbClr val="FFFFFF"/>
                </a:highlight>
                <a:latin typeface="Courier New"/>
                <a:ea typeface="Courier New"/>
                <a:cs typeface="Courier New"/>
                <a:sym typeface="Courier New"/>
              </a:rPr>
              <a:t>size(100, 100, P3D);</a:t>
            </a:r>
            <a:br>
              <a:rPr lang="en" sz="850">
                <a:solidFill>
                  <a:srgbClr val="000000"/>
                </a:solidFill>
                <a:highlight>
                  <a:srgbClr val="FFFFFF"/>
                </a:highlight>
                <a:latin typeface="Courier New"/>
                <a:ea typeface="Courier New"/>
                <a:cs typeface="Courier New"/>
                <a:sym typeface="Courier New"/>
              </a:rPr>
            </a:br>
            <a:r>
              <a:rPr lang="en" sz="850">
                <a:solidFill>
                  <a:srgbClr val="000000"/>
                </a:solidFill>
                <a:highlight>
                  <a:srgbClr val="FFFFFF"/>
                </a:highlight>
                <a:latin typeface="Courier New"/>
                <a:ea typeface="Courier New"/>
                <a:cs typeface="Courier New"/>
                <a:sym typeface="Courier New"/>
              </a:rPr>
              <a:t>	noFill();</a:t>
            </a:r>
            <a:br>
              <a:rPr lang="en" sz="850">
                <a:solidFill>
                  <a:srgbClr val="000000"/>
                </a:solidFill>
                <a:highlight>
                  <a:srgbClr val="FFFFFF"/>
                </a:highlight>
                <a:latin typeface="Courier New"/>
                <a:ea typeface="Courier New"/>
                <a:cs typeface="Courier New"/>
                <a:sym typeface="Courier New"/>
              </a:rPr>
            </a:br>
            <a:r>
              <a:rPr lang="en" sz="850">
                <a:solidFill>
                  <a:srgbClr val="000000"/>
                </a:solidFill>
                <a:highlight>
                  <a:srgbClr val="FFFFFF"/>
                </a:highlight>
                <a:latin typeface="Courier New"/>
                <a:ea typeface="Courier New"/>
                <a:cs typeface="Courier New"/>
                <a:sym typeface="Courier New"/>
              </a:rPr>
              <a:t>	background(204);</a:t>
            </a:r>
            <a:br>
              <a:rPr lang="en" sz="850">
                <a:solidFill>
                  <a:srgbClr val="000000"/>
                </a:solidFill>
                <a:highlight>
                  <a:srgbClr val="FFFFFF"/>
                </a:highlight>
                <a:latin typeface="Courier New"/>
                <a:ea typeface="Courier New"/>
                <a:cs typeface="Courier New"/>
                <a:sym typeface="Courier New"/>
              </a:rPr>
            </a:br>
            <a:r>
              <a:rPr lang="en" sz="850">
                <a:solidFill>
                  <a:srgbClr val="000000"/>
                </a:solidFill>
                <a:highlight>
                  <a:srgbClr val="FFFFFF"/>
                </a:highlight>
                <a:latin typeface="Courier New"/>
                <a:ea typeface="Courier New"/>
                <a:cs typeface="Courier New"/>
                <a:sym typeface="Courier New"/>
              </a:rPr>
              <a:t>	camera(70.0, 35.0, 120.0, 50.0, 50.0, 0.0, 0.0, 1.0, 0.0);</a:t>
            </a:r>
            <a:br>
              <a:rPr lang="en" sz="850">
                <a:solidFill>
                  <a:srgbClr val="000000"/>
                </a:solidFill>
                <a:highlight>
                  <a:srgbClr val="FFFFFF"/>
                </a:highlight>
                <a:latin typeface="Courier New"/>
                <a:ea typeface="Courier New"/>
                <a:cs typeface="Courier New"/>
                <a:sym typeface="Courier New"/>
              </a:rPr>
            </a:br>
            <a:r>
              <a:rPr lang="en" sz="850">
                <a:solidFill>
                  <a:srgbClr val="000000"/>
                </a:solidFill>
                <a:highlight>
                  <a:srgbClr val="FFFFFF"/>
                </a:highlight>
                <a:latin typeface="Courier New"/>
                <a:ea typeface="Courier New"/>
                <a:cs typeface="Courier New"/>
                <a:sym typeface="Courier New"/>
              </a:rPr>
              <a:t>	translate(50, 50, 0);</a:t>
            </a:r>
            <a:br>
              <a:rPr lang="en" sz="850">
                <a:solidFill>
                  <a:srgbClr val="000000"/>
                </a:solidFill>
                <a:highlight>
                  <a:srgbClr val="FFFFFF"/>
                </a:highlight>
                <a:latin typeface="Courier New"/>
                <a:ea typeface="Courier New"/>
                <a:cs typeface="Courier New"/>
                <a:sym typeface="Courier New"/>
              </a:rPr>
            </a:br>
            <a:r>
              <a:rPr lang="en" sz="850">
                <a:solidFill>
                  <a:srgbClr val="000000"/>
                </a:solidFill>
                <a:highlight>
                  <a:srgbClr val="FFFFFF"/>
                </a:highlight>
                <a:latin typeface="Courier New"/>
                <a:ea typeface="Courier New"/>
                <a:cs typeface="Courier New"/>
                <a:sym typeface="Courier New"/>
              </a:rPr>
              <a:t>	rotateX(-PI/6);</a:t>
            </a:r>
            <a:br>
              <a:rPr lang="en" sz="850">
                <a:solidFill>
                  <a:srgbClr val="000000"/>
                </a:solidFill>
                <a:highlight>
                  <a:srgbClr val="FFFFFF"/>
                </a:highlight>
                <a:latin typeface="Courier New"/>
                <a:ea typeface="Courier New"/>
                <a:cs typeface="Courier New"/>
                <a:sym typeface="Courier New"/>
              </a:rPr>
            </a:br>
            <a:r>
              <a:rPr lang="en" sz="850">
                <a:solidFill>
                  <a:srgbClr val="000000"/>
                </a:solidFill>
                <a:highlight>
                  <a:srgbClr val="FFFFFF"/>
                </a:highlight>
                <a:latin typeface="Courier New"/>
                <a:ea typeface="Courier New"/>
                <a:cs typeface="Courier New"/>
                <a:sym typeface="Courier New"/>
              </a:rPr>
              <a:t>	rotateY(PI/3);</a:t>
            </a:r>
            <a:br>
              <a:rPr lang="en" sz="850">
                <a:solidFill>
                  <a:srgbClr val="000000"/>
                </a:solidFill>
                <a:highlight>
                  <a:srgbClr val="FFFFFF"/>
                </a:highlight>
                <a:latin typeface="Courier New"/>
                <a:ea typeface="Courier New"/>
                <a:cs typeface="Courier New"/>
                <a:sym typeface="Courier New"/>
              </a:rPr>
            </a:br>
            <a:r>
              <a:rPr lang="en" sz="850">
                <a:solidFill>
                  <a:srgbClr val="000000"/>
                </a:solidFill>
                <a:highlight>
                  <a:srgbClr val="FFFFFF"/>
                </a:highlight>
                <a:latin typeface="Courier New"/>
                <a:ea typeface="Courier New"/>
                <a:cs typeface="Courier New"/>
                <a:sym typeface="Courier New"/>
              </a:rPr>
              <a:t>	box(45);</a:t>
            </a:r>
            <a:endParaRPr sz="850">
              <a:solidFill>
                <a:srgbClr val="000000"/>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950">
                <a:solidFill>
                  <a:srgbClr val="252525"/>
                </a:solidFill>
                <a:highlight>
                  <a:srgbClr val="FFFFFF"/>
                </a:highlight>
                <a:latin typeface="Georgia"/>
                <a:ea typeface="Georgia"/>
                <a:cs typeface="Georgia"/>
                <a:sym typeface="Georgia"/>
              </a:rPr>
              <a:t>Description</a:t>
            </a:r>
            <a:endParaRPr b="1" sz="950">
              <a:solidFill>
                <a:srgbClr val="252525"/>
              </a:solidFill>
              <a:highlight>
                <a:srgbClr val="FFFFFF"/>
              </a:highlight>
              <a:latin typeface="Georgia"/>
              <a:ea typeface="Georgia"/>
              <a:cs typeface="Georgia"/>
              <a:sym typeface="Georgia"/>
            </a:endParaRPr>
          </a:p>
          <a:p>
            <a:pPr indent="0" lvl="0" marL="0" rtl="0" algn="l">
              <a:lnSpc>
                <a:spcPct val="100000"/>
              </a:lnSpc>
              <a:spcBef>
                <a:spcPts val="0"/>
              </a:spcBef>
              <a:spcAft>
                <a:spcPts val="0"/>
              </a:spcAft>
              <a:buNone/>
            </a:pPr>
            <a:r>
              <a:rPr lang="en" sz="950">
                <a:solidFill>
                  <a:srgbClr val="252525"/>
                </a:solidFill>
                <a:highlight>
                  <a:srgbClr val="FFFFFF"/>
                </a:highlight>
                <a:latin typeface="Georgia"/>
                <a:ea typeface="Georgia"/>
                <a:cs typeface="Georgia"/>
                <a:sym typeface="Georgia"/>
              </a:rPr>
              <a:t>Sets the position of the camera through setting the eye position, the center of the scene, and which axis is facing upward. Moving the eye position and the direction it is pointing (the center of the scene) allows the images to be seen from different angles. The version without any parameters sets the camera to the default position, pointing to the center of the display window with the Y axis as up. The default values are </a:t>
            </a:r>
            <a:r>
              <a:rPr lang="en" sz="850">
                <a:solidFill>
                  <a:srgbClr val="252525"/>
                </a:solidFill>
                <a:highlight>
                  <a:srgbClr val="FFFFFF"/>
                </a:highlight>
                <a:latin typeface="Courier New"/>
                <a:ea typeface="Courier New"/>
                <a:cs typeface="Courier New"/>
                <a:sym typeface="Courier New"/>
              </a:rPr>
              <a:t>camera(width/2.0, height/2.0, (height/2.0) / tan(PI*30.0 / 180.0), width/2.0, height/2.0, 0, 0, 1, 0)</a:t>
            </a:r>
            <a:r>
              <a:rPr lang="en" sz="950">
                <a:solidFill>
                  <a:srgbClr val="252525"/>
                </a:solidFill>
                <a:highlight>
                  <a:srgbClr val="FFFFFF"/>
                </a:highlight>
                <a:latin typeface="Georgia"/>
                <a:ea typeface="Georgia"/>
                <a:cs typeface="Georgia"/>
                <a:sym typeface="Georgia"/>
              </a:rPr>
              <a:t>. This function is similar to </a:t>
            </a:r>
            <a:r>
              <a:rPr lang="en" sz="850">
                <a:solidFill>
                  <a:srgbClr val="252525"/>
                </a:solidFill>
                <a:highlight>
                  <a:srgbClr val="FFFFFF"/>
                </a:highlight>
                <a:latin typeface="Courier New"/>
                <a:ea typeface="Courier New"/>
                <a:cs typeface="Courier New"/>
                <a:sym typeface="Courier New"/>
              </a:rPr>
              <a:t>gluLookAt()</a:t>
            </a:r>
            <a:r>
              <a:rPr lang="en" sz="950">
                <a:solidFill>
                  <a:srgbClr val="252525"/>
                </a:solidFill>
                <a:highlight>
                  <a:srgbClr val="FFFFFF"/>
                </a:highlight>
                <a:latin typeface="Georgia"/>
                <a:ea typeface="Georgia"/>
                <a:cs typeface="Georgia"/>
                <a:sym typeface="Georgia"/>
              </a:rPr>
              <a:t> in OpenGL, but it first clears the current camera settings.</a:t>
            </a:r>
            <a:endParaRPr sz="950">
              <a:solidFill>
                <a:srgbClr val="252525"/>
              </a:solidFill>
              <a:highlight>
                <a:srgbClr val="FFFFFF"/>
              </a:highlight>
              <a:latin typeface="Georgia"/>
              <a:ea typeface="Georgia"/>
              <a:cs typeface="Georgia"/>
              <a:sym typeface="Georgia"/>
            </a:endParaRPr>
          </a:p>
          <a:p>
            <a:pPr indent="0" lvl="0" marL="0" rtl="0" algn="l">
              <a:lnSpc>
                <a:spcPct val="100000"/>
              </a:lnSpc>
              <a:spcBef>
                <a:spcPts val="0"/>
              </a:spcBef>
              <a:spcAft>
                <a:spcPts val="0"/>
              </a:spcAft>
              <a:buNone/>
            </a:pPr>
            <a:r>
              <a:rPr b="1" lang="en" sz="950">
                <a:solidFill>
                  <a:srgbClr val="252525"/>
                </a:solidFill>
                <a:highlight>
                  <a:srgbClr val="FFFFFF"/>
                </a:highlight>
                <a:latin typeface="Georgia"/>
                <a:ea typeface="Georgia"/>
                <a:cs typeface="Georgia"/>
                <a:sym typeface="Georgia"/>
              </a:rPr>
              <a:t>Syntax</a:t>
            </a:r>
            <a:endParaRPr b="1" sz="950">
              <a:solidFill>
                <a:srgbClr val="252525"/>
              </a:solidFill>
              <a:highlight>
                <a:srgbClr val="FFFFFF"/>
              </a:highlight>
              <a:latin typeface="Georgia"/>
              <a:ea typeface="Georgia"/>
              <a:cs typeface="Georgia"/>
              <a:sym typeface="Georgia"/>
            </a:endParaRPr>
          </a:p>
          <a:p>
            <a:pPr indent="457200" lvl="0" marL="0" rtl="0" algn="l">
              <a:lnSpc>
                <a:spcPct val="100000"/>
              </a:lnSpc>
              <a:spcBef>
                <a:spcPts val="0"/>
              </a:spcBef>
              <a:spcAft>
                <a:spcPts val="0"/>
              </a:spcAft>
              <a:buNone/>
            </a:pPr>
            <a:r>
              <a:rPr lang="en" sz="850">
                <a:solidFill>
                  <a:srgbClr val="000000"/>
                </a:solidFill>
                <a:highlight>
                  <a:srgbClr val="FFFFFF"/>
                </a:highlight>
                <a:latin typeface="Courier New"/>
                <a:ea typeface="Courier New"/>
                <a:cs typeface="Courier New"/>
                <a:sym typeface="Courier New"/>
              </a:rPr>
              <a:t>camera()</a:t>
            </a:r>
            <a:br>
              <a:rPr lang="en" sz="850">
                <a:solidFill>
                  <a:srgbClr val="000000"/>
                </a:solidFill>
                <a:highlight>
                  <a:srgbClr val="FFFFFF"/>
                </a:highlight>
                <a:latin typeface="Courier New"/>
                <a:ea typeface="Courier New"/>
                <a:cs typeface="Courier New"/>
                <a:sym typeface="Courier New"/>
              </a:rPr>
            </a:br>
            <a:r>
              <a:rPr lang="en" sz="850">
                <a:solidFill>
                  <a:srgbClr val="000000"/>
                </a:solidFill>
                <a:highlight>
                  <a:srgbClr val="FFFFFF"/>
                </a:highlight>
                <a:latin typeface="Courier New"/>
                <a:ea typeface="Courier New"/>
                <a:cs typeface="Courier New"/>
                <a:sym typeface="Courier New"/>
              </a:rPr>
              <a:t>	camera(eyeX, eyeY, eyeZ, centerX, centerY, centerZ, upX, upY, upZ)</a:t>
            </a:r>
            <a:endParaRPr sz="850">
              <a:solidFill>
                <a:srgbClr val="000000"/>
              </a:solidFill>
              <a:highlight>
                <a:srgbClr val="FFFFFF"/>
              </a:highlight>
              <a:latin typeface="Courier New"/>
              <a:ea typeface="Courier New"/>
              <a:cs typeface="Courier New"/>
              <a:sym typeface="Courier New"/>
            </a:endParaRPr>
          </a:p>
          <a:p>
            <a:pPr indent="0" lvl="0" marL="0" rtl="0" algn="l">
              <a:spcBef>
                <a:spcPts val="2300"/>
              </a:spcBef>
              <a:spcAft>
                <a:spcPts val="1600"/>
              </a:spcAft>
              <a:buNone/>
            </a:pPr>
            <a:r>
              <a:t/>
            </a:r>
            <a:endParaRPr/>
          </a:p>
        </p:txBody>
      </p:sp>
      <p:sp>
        <p:nvSpPr>
          <p:cNvPr id="439" name="Google Shape;439;p5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5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ortho</a:t>
            </a:r>
            <a:endParaRPr/>
          </a:p>
        </p:txBody>
      </p:sp>
      <p:sp>
        <p:nvSpPr>
          <p:cNvPr id="445" name="Google Shape;445;p5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950">
                <a:solidFill>
                  <a:srgbClr val="252525"/>
                </a:solidFill>
                <a:highlight>
                  <a:srgbClr val="FFFFFF"/>
                </a:highlight>
                <a:latin typeface="Georgia"/>
                <a:ea typeface="Georgia"/>
                <a:cs typeface="Georgia"/>
                <a:sym typeface="Georgia"/>
              </a:rPr>
              <a:t>Examples</a:t>
            </a:r>
            <a:endParaRPr b="1" sz="950">
              <a:solidFill>
                <a:srgbClr val="252525"/>
              </a:solidFill>
              <a:highlight>
                <a:srgbClr val="FFFFFF"/>
              </a:highlight>
              <a:latin typeface="Georgia"/>
              <a:ea typeface="Georgia"/>
              <a:cs typeface="Georgia"/>
              <a:sym typeface="Georgia"/>
            </a:endParaRPr>
          </a:p>
          <a:p>
            <a:pPr indent="457200" lvl="0" marL="0" rtl="0" algn="l">
              <a:spcBef>
                <a:spcPts val="0"/>
              </a:spcBef>
              <a:spcAft>
                <a:spcPts val="0"/>
              </a:spcAft>
              <a:buNone/>
            </a:pPr>
            <a:r>
              <a:rPr lang="en" sz="850">
                <a:solidFill>
                  <a:srgbClr val="000000"/>
                </a:solidFill>
                <a:highlight>
                  <a:srgbClr val="FFFFFF"/>
                </a:highlight>
                <a:latin typeface="Courier New"/>
                <a:ea typeface="Courier New"/>
                <a:cs typeface="Courier New"/>
                <a:sym typeface="Courier New"/>
              </a:rPr>
              <a:t>size(100, 100, P3D);</a:t>
            </a:r>
            <a:br>
              <a:rPr lang="en" sz="850">
                <a:solidFill>
                  <a:srgbClr val="000000"/>
                </a:solidFill>
                <a:highlight>
                  <a:srgbClr val="FFFFFF"/>
                </a:highlight>
                <a:latin typeface="Courier New"/>
                <a:ea typeface="Courier New"/>
                <a:cs typeface="Courier New"/>
                <a:sym typeface="Courier New"/>
              </a:rPr>
            </a:br>
            <a:r>
              <a:rPr lang="en" sz="850">
                <a:solidFill>
                  <a:srgbClr val="000000"/>
                </a:solidFill>
                <a:highlight>
                  <a:srgbClr val="FFFFFF"/>
                </a:highlight>
                <a:latin typeface="Courier New"/>
                <a:ea typeface="Courier New"/>
                <a:cs typeface="Courier New"/>
                <a:sym typeface="Courier New"/>
              </a:rPr>
              <a:t>	noFill();</a:t>
            </a:r>
            <a:br>
              <a:rPr lang="en" sz="850">
                <a:solidFill>
                  <a:srgbClr val="000000"/>
                </a:solidFill>
                <a:highlight>
                  <a:srgbClr val="FFFFFF"/>
                </a:highlight>
                <a:latin typeface="Courier New"/>
                <a:ea typeface="Courier New"/>
                <a:cs typeface="Courier New"/>
                <a:sym typeface="Courier New"/>
              </a:rPr>
            </a:br>
            <a:r>
              <a:rPr lang="en" sz="850">
                <a:solidFill>
                  <a:srgbClr val="000000"/>
                </a:solidFill>
                <a:highlight>
                  <a:srgbClr val="FFFFFF"/>
                </a:highlight>
                <a:latin typeface="Courier New"/>
                <a:ea typeface="Courier New"/>
                <a:cs typeface="Courier New"/>
                <a:sym typeface="Courier New"/>
              </a:rPr>
              <a:t>	ortho(-width/2, width/2, -height/2, height/2); // Same as ortho()</a:t>
            </a:r>
            <a:br>
              <a:rPr lang="en" sz="850">
                <a:solidFill>
                  <a:srgbClr val="000000"/>
                </a:solidFill>
                <a:highlight>
                  <a:srgbClr val="FFFFFF"/>
                </a:highlight>
                <a:latin typeface="Courier New"/>
                <a:ea typeface="Courier New"/>
                <a:cs typeface="Courier New"/>
                <a:sym typeface="Courier New"/>
              </a:rPr>
            </a:br>
            <a:r>
              <a:rPr lang="en" sz="850">
                <a:solidFill>
                  <a:srgbClr val="000000"/>
                </a:solidFill>
                <a:highlight>
                  <a:srgbClr val="FFFFFF"/>
                </a:highlight>
                <a:latin typeface="Courier New"/>
                <a:ea typeface="Courier New"/>
                <a:cs typeface="Courier New"/>
                <a:sym typeface="Courier New"/>
              </a:rPr>
              <a:t>	translate(width/2, height/2, 0);</a:t>
            </a:r>
            <a:br>
              <a:rPr lang="en" sz="850">
                <a:solidFill>
                  <a:srgbClr val="000000"/>
                </a:solidFill>
                <a:highlight>
                  <a:srgbClr val="FFFFFF"/>
                </a:highlight>
                <a:latin typeface="Courier New"/>
                <a:ea typeface="Courier New"/>
                <a:cs typeface="Courier New"/>
                <a:sym typeface="Courier New"/>
              </a:rPr>
            </a:br>
            <a:r>
              <a:rPr lang="en" sz="850">
                <a:solidFill>
                  <a:srgbClr val="000000"/>
                </a:solidFill>
                <a:highlight>
                  <a:srgbClr val="FFFFFF"/>
                </a:highlight>
                <a:latin typeface="Courier New"/>
                <a:ea typeface="Courier New"/>
                <a:cs typeface="Courier New"/>
                <a:sym typeface="Courier New"/>
              </a:rPr>
              <a:t>	rotateX(-PI/6);</a:t>
            </a:r>
            <a:br>
              <a:rPr lang="en" sz="850">
                <a:solidFill>
                  <a:srgbClr val="000000"/>
                </a:solidFill>
                <a:highlight>
                  <a:srgbClr val="FFFFFF"/>
                </a:highlight>
                <a:latin typeface="Courier New"/>
                <a:ea typeface="Courier New"/>
                <a:cs typeface="Courier New"/>
                <a:sym typeface="Courier New"/>
              </a:rPr>
            </a:br>
            <a:r>
              <a:rPr lang="en" sz="850">
                <a:solidFill>
                  <a:srgbClr val="000000"/>
                </a:solidFill>
                <a:highlight>
                  <a:srgbClr val="FFFFFF"/>
                </a:highlight>
                <a:latin typeface="Courier New"/>
                <a:ea typeface="Courier New"/>
                <a:cs typeface="Courier New"/>
                <a:sym typeface="Courier New"/>
              </a:rPr>
              <a:t>	rotateY(PI/3);</a:t>
            </a:r>
            <a:br>
              <a:rPr lang="en" sz="850">
                <a:solidFill>
                  <a:srgbClr val="000000"/>
                </a:solidFill>
                <a:highlight>
                  <a:srgbClr val="FFFFFF"/>
                </a:highlight>
                <a:latin typeface="Courier New"/>
                <a:ea typeface="Courier New"/>
                <a:cs typeface="Courier New"/>
                <a:sym typeface="Courier New"/>
              </a:rPr>
            </a:br>
            <a:r>
              <a:rPr lang="en" sz="850">
                <a:solidFill>
                  <a:srgbClr val="000000"/>
                </a:solidFill>
                <a:highlight>
                  <a:srgbClr val="FFFFFF"/>
                </a:highlight>
                <a:latin typeface="Courier New"/>
                <a:ea typeface="Courier New"/>
                <a:cs typeface="Courier New"/>
                <a:sym typeface="Courier New"/>
              </a:rPr>
              <a:t>	box(45);</a:t>
            </a:r>
            <a:endParaRPr sz="850">
              <a:solidFill>
                <a:srgbClr val="000000"/>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b="1" lang="en" sz="950">
                <a:solidFill>
                  <a:srgbClr val="252525"/>
                </a:solidFill>
                <a:highlight>
                  <a:srgbClr val="FFFFFF"/>
                </a:highlight>
                <a:latin typeface="Georgia"/>
                <a:ea typeface="Georgia"/>
                <a:cs typeface="Georgia"/>
                <a:sym typeface="Georgia"/>
              </a:rPr>
              <a:t>Description</a:t>
            </a:r>
            <a:endParaRPr b="1" sz="950">
              <a:solidFill>
                <a:srgbClr val="252525"/>
              </a:solidFill>
              <a:highlight>
                <a:srgbClr val="FFFFFF"/>
              </a:highlight>
              <a:latin typeface="Georgia"/>
              <a:ea typeface="Georgia"/>
              <a:cs typeface="Georgia"/>
              <a:sym typeface="Georgia"/>
            </a:endParaRPr>
          </a:p>
          <a:p>
            <a:pPr indent="0" lvl="0" marL="0" rtl="0" algn="l">
              <a:spcBef>
                <a:spcPts val="0"/>
              </a:spcBef>
              <a:spcAft>
                <a:spcPts val="0"/>
              </a:spcAft>
              <a:buNone/>
            </a:pPr>
            <a:r>
              <a:rPr lang="en" sz="950">
                <a:solidFill>
                  <a:srgbClr val="252525"/>
                </a:solidFill>
                <a:highlight>
                  <a:srgbClr val="FFFFFF"/>
                </a:highlight>
                <a:latin typeface="Georgia"/>
                <a:ea typeface="Georgia"/>
                <a:cs typeface="Georgia"/>
                <a:sym typeface="Georgia"/>
              </a:rPr>
              <a:t>Sets an orthographic projection and defines a parallel clipping volume. All objects with the same dimension appear the same size, regardless of whether they are near or far from the camera. The parameters to this function specify the clipping volume where left and right are the minimum and maximum x values, top and bottom are the minimum and maximum y values, and near and far are the minimum and maximum z values. If no parameters are given, the default is used: ortho(-width/2, width/2, -height/2, height/2).</a:t>
            </a:r>
            <a:endParaRPr sz="950">
              <a:solidFill>
                <a:srgbClr val="252525"/>
              </a:solidFill>
              <a:highlight>
                <a:srgbClr val="FFFFFF"/>
              </a:highlight>
              <a:latin typeface="Georgia"/>
              <a:ea typeface="Georgia"/>
              <a:cs typeface="Georgia"/>
              <a:sym typeface="Georgia"/>
            </a:endParaRPr>
          </a:p>
          <a:p>
            <a:pPr indent="0" lvl="0" marL="0" rtl="0" algn="l">
              <a:spcBef>
                <a:spcPts val="0"/>
              </a:spcBef>
              <a:spcAft>
                <a:spcPts val="0"/>
              </a:spcAft>
              <a:buNone/>
            </a:pPr>
            <a:r>
              <a:rPr b="1" lang="en" sz="950">
                <a:solidFill>
                  <a:srgbClr val="252525"/>
                </a:solidFill>
                <a:highlight>
                  <a:srgbClr val="FFFFFF"/>
                </a:highlight>
                <a:latin typeface="Georgia"/>
                <a:ea typeface="Georgia"/>
                <a:cs typeface="Georgia"/>
                <a:sym typeface="Georgia"/>
              </a:rPr>
              <a:t>Syntax</a:t>
            </a:r>
            <a:endParaRPr b="1" sz="950">
              <a:solidFill>
                <a:srgbClr val="252525"/>
              </a:solidFill>
              <a:highlight>
                <a:srgbClr val="FFFFFF"/>
              </a:highlight>
              <a:latin typeface="Georgia"/>
              <a:ea typeface="Georgia"/>
              <a:cs typeface="Georgia"/>
              <a:sym typeface="Georgia"/>
            </a:endParaRPr>
          </a:p>
          <a:p>
            <a:pPr indent="457200" lvl="0" marL="0" rtl="0" algn="l">
              <a:spcBef>
                <a:spcPts val="0"/>
              </a:spcBef>
              <a:spcAft>
                <a:spcPts val="0"/>
              </a:spcAft>
              <a:buNone/>
            </a:pPr>
            <a:r>
              <a:rPr lang="en" sz="850">
                <a:solidFill>
                  <a:srgbClr val="000000"/>
                </a:solidFill>
                <a:highlight>
                  <a:srgbClr val="FFFFFF"/>
                </a:highlight>
                <a:latin typeface="Courier New"/>
                <a:ea typeface="Courier New"/>
                <a:cs typeface="Courier New"/>
                <a:sym typeface="Courier New"/>
              </a:rPr>
              <a:t>ortho()</a:t>
            </a:r>
            <a:br>
              <a:rPr lang="en" sz="850">
                <a:solidFill>
                  <a:srgbClr val="000000"/>
                </a:solidFill>
                <a:highlight>
                  <a:srgbClr val="FFFFFF"/>
                </a:highlight>
                <a:latin typeface="Courier New"/>
                <a:ea typeface="Courier New"/>
                <a:cs typeface="Courier New"/>
                <a:sym typeface="Courier New"/>
              </a:rPr>
            </a:br>
            <a:r>
              <a:rPr lang="en" sz="850">
                <a:solidFill>
                  <a:srgbClr val="000000"/>
                </a:solidFill>
                <a:highlight>
                  <a:srgbClr val="FFFFFF"/>
                </a:highlight>
                <a:latin typeface="Courier New"/>
                <a:ea typeface="Courier New"/>
                <a:cs typeface="Courier New"/>
                <a:sym typeface="Courier New"/>
              </a:rPr>
              <a:t>	ortho(left, right, bottom, top)</a:t>
            </a:r>
            <a:br>
              <a:rPr lang="en" sz="850">
                <a:solidFill>
                  <a:srgbClr val="000000"/>
                </a:solidFill>
                <a:highlight>
                  <a:srgbClr val="FFFFFF"/>
                </a:highlight>
                <a:latin typeface="Courier New"/>
                <a:ea typeface="Courier New"/>
                <a:cs typeface="Courier New"/>
                <a:sym typeface="Courier New"/>
              </a:rPr>
            </a:br>
            <a:r>
              <a:rPr lang="en" sz="850">
                <a:solidFill>
                  <a:srgbClr val="000000"/>
                </a:solidFill>
                <a:highlight>
                  <a:srgbClr val="FFFFFF"/>
                </a:highlight>
                <a:latin typeface="Courier New"/>
                <a:ea typeface="Courier New"/>
                <a:cs typeface="Courier New"/>
                <a:sym typeface="Courier New"/>
              </a:rPr>
              <a:t>	ortho(left, right, bottom, top, near, far)</a:t>
            </a:r>
            <a:endParaRPr sz="850">
              <a:solidFill>
                <a:srgbClr val="000000"/>
              </a:solidFill>
              <a:highlight>
                <a:srgbClr val="FFFFFF"/>
              </a:highlight>
              <a:latin typeface="Courier New"/>
              <a:ea typeface="Courier New"/>
              <a:cs typeface="Courier New"/>
              <a:sym typeface="Courier New"/>
            </a:endParaRPr>
          </a:p>
          <a:p>
            <a:pPr indent="0" lvl="0" marL="0" rtl="0" algn="l">
              <a:spcBef>
                <a:spcPts val="2300"/>
              </a:spcBef>
              <a:spcAft>
                <a:spcPts val="1600"/>
              </a:spcAft>
              <a:buNone/>
            </a:pPr>
            <a:r>
              <a:t/>
            </a:r>
            <a:endParaRPr/>
          </a:p>
        </p:txBody>
      </p:sp>
      <p:sp>
        <p:nvSpPr>
          <p:cNvPr id="446" name="Google Shape;446;p5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447" name="Google Shape;447;p59"/>
          <p:cNvPicPr preferRelativeResize="0"/>
          <p:nvPr/>
        </p:nvPicPr>
        <p:blipFill>
          <a:blip r:embed="rId3">
            <a:alphaModFix/>
          </a:blip>
          <a:stretch>
            <a:fillRect/>
          </a:stretch>
        </p:blipFill>
        <p:spPr>
          <a:xfrm>
            <a:off x="5592325" y="1017725"/>
            <a:ext cx="2880125" cy="158407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6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perspective</a:t>
            </a:r>
            <a:endParaRPr/>
          </a:p>
        </p:txBody>
      </p:sp>
      <p:pic>
        <p:nvPicPr>
          <p:cNvPr id="453" name="Google Shape;453;p60"/>
          <p:cNvPicPr preferRelativeResize="0"/>
          <p:nvPr/>
        </p:nvPicPr>
        <p:blipFill>
          <a:blip r:embed="rId3">
            <a:alphaModFix/>
          </a:blip>
          <a:stretch>
            <a:fillRect/>
          </a:stretch>
        </p:blipFill>
        <p:spPr>
          <a:xfrm>
            <a:off x="5474075" y="1152469"/>
            <a:ext cx="3358226" cy="1468625"/>
          </a:xfrm>
          <a:prstGeom prst="rect">
            <a:avLst/>
          </a:prstGeom>
          <a:noFill/>
          <a:ln>
            <a:noFill/>
          </a:ln>
        </p:spPr>
      </p:pic>
      <p:sp>
        <p:nvSpPr>
          <p:cNvPr id="454" name="Google Shape;454;p60"/>
          <p:cNvSpPr txBox="1"/>
          <p:nvPr>
            <p:ph idx="1" type="body"/>
          </p:nvPr>
        </p:nvSpPr>
        <p:spPr>
          <a:xfrm>
            <a:off x="311700" y="1152475"/>
            <a:ext cx="8520600" cy="36447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950">
                <a:solidFill>
                  <a:srgbClr val="252525"/>
                </a:solidFill>
                <a:highlight>
                  <a:srgbClr val="FFFFFF"/>
                </a:highlight>
                <a:latin typeface="Georgia"/>
                <a:ea typeface="Georgia"/>
                <a:cs typeface="Georgia"/>
                <a:sym typeface="Georgia"/>
              </a:rPr>
              <a:t>Examples</a:t>
            </a:r>
            <a:endParaRPr b="1" sz="950">
              <a:solidFill>
                <a:srgbClr val="252525"/>
              </a:solidFill>
              <a:highlight>
                <a:srgbClr val="FFFFFF"/>
              </a:highlight>
              <a:latin typeface="Georgia"/>
              <a:ea typeface="Georgia"/>
              <a:cs typeface="Georgia"/>
              <a:sym typeface="Georgia"/>
            </a:endParaRPr>
          </a:p>
          <a:p>
            <a:pPr indent="457200" lvl="0" marL="0" rtl="0" algn="l">
              <a:lnSpc>
                <a:spcPct val="100000"/>
              </a:lnSpc>
              <a:spcBef>
                <a:spcPts val="0"/>
              </a:spcBef>
              <a:spcAft>
                <a:spcPts val="0"/>
              </a:spcAft>
              <a:buNone/>
            </a:pPr>
            <a:r>
              <a:rPr lang="en" sz="850">
                <a:solidFill>
                  <a:srgbClr val="000000"/>
                </a:solidFill>
                <a:highlight>
                  <a:srgbClr val="FFFFFF"/>
                </a:highlight>
                <a:latin typeface="Courier New"/>
                <a:ea typeface="Courier New"/>
                <a:cs typeface="Courier New"/>
                <a:sym typeface="Courier New"/>
              </a:rPr>
              <a:t>// Re-creates the default perspective</a:t>
            </a:r>
            <a:br>
              <a:rPr lang="en" sz="850">
                <a:solidFill>
                  <a:srgbClr val="000000"/>
                </a:solidFill>
                <a:highlight>
                  <a:srgbClr val="FFFFFF"/>
                </a:highlight>
                <a:latin typeface="Courier New"/>
                <a:ea typeface="Courier New"/>
                <a:cs typeface="Courier New"/>
                <a:sym typeface="Courier New"/>
              </a:rPr>
            </a:br>
            <a:r>
              <a:rPr lang="en" sz="850">
                <a:solidFill>
                  <a:srgbClr val="000000"/>
                </a:solidFill>
                <a:highlight>
                  <a:srgbClr val="FFFFFF"/>
                </a:highlight>
                <a:latin typeface="Courier New"/>
                <a:ea typeface="Courier New"/>
                <a:cs typeface="Courier New"/>
                <a:sym typeface="Courier New"/>
              </a:rPr>
              <a:t>	size(100, 100, P3D);</a:t>
            </a:r>
            <a:br>
              <a:rPr lang="en" sz="850">
                <a:solidFill>
                  <a:srgbClr val="000000"/>
                </a:solidFill>
                <a:highlight>
                  <a:srgbClr val="FFFFFF"/>
                </a:highlight>
                <a:latin typeface="Courier New"/>
                <a:ea typeface="Courier New"/>
                <a:cs typeface="Courier New"/>
                <a:sym typeface="Courier New"/>
              </a:rPr>
            </a:br>
            <a:r>
              <a:rPr lang="en" sz="850">
                <a:solidFill>
                  <a:srgbClr val="000000"/>
                </a:solidFill>
                <a:highlight>
                  <a:srgbClr val="FFFFFF"/>
                </a:highlight>
                <a:latin typeface="Courier New"/>
                <a:ea typeface="Courier New"/>
                <a:cs typeface="Courier New"/>
                <a:sym typeface="Courier New"/>
              </a:rPr>
              <a:t>	noFill();</a:t>
            </a:r>
            <a:br>
              <a:rPr lang="en" sz="850">
                <a:solidFill>
                  <a:srgbClr val="000000"/>
                </a:solidFill>
                <a:highlight>
                  <a:srgbClr val="FFFFFF"/>
                </a:highlight>
                <a:latin typeface="Courier New"/>
                <a:ea typeface="Courier New"/>
                <a:cs typeface="Courier New"/>
                <a:sym typeface="Courier New"/>
              </a:rPr>
            </a:br>
            <a:r>
              <a:rPr lang="en" sz="850">
                <a:solidFill>
                  <a:srgbClr val="000000"/>
                </a:solidFill>
                <a:highlight>
                  <a:srgbClr val="FFFFFF"/>
                </a:highlight>
                <a:latin typeface="Courier New"/>
                <a:ea typeface="Courier New"/>
                <a:cs typeface="Courier New"/>
                <a:sym typeface="Courier New"/>
              </a:rPr>
              <a:t>	float fovy = PI/3.0;</a:t>
            </a:r>
            <a:br>
              <a:rPr lang="en" sz="850">
                <a:solidFill>
                  <a:srgbClr val="000000"/>
                </a:solidFill>
                <a:highlight>
                  <a:srgbClr val="FFFFFF"/>
                </a:highlight>
                <a:latin typeface="Courier New"/>
                <a:ea typeface="Courier New"/>
                <a:cs typeface="Courier New"/>
                <a:sym typeface="Courier New"/>
              </a:rPr>
            </a:br>
            <a:r>
              <a:rPr lang="en" sz="850">
                <a:solidFill>
                  <a:srgbClr val="000000"/>
                </a:solidFill>
                <a:highlight>
                  <a:srgbClr val="FFFFFF"/>
                </a:highlight>
                <a:latin typeface="Courier New"/>
                <a:ea typeface="Courier New"/>
                <a:cs typeface="Courier New"/>
                <a:sym typeface="Courier New"/>
              </a:rPr>
              <a:t>	float cameraZ = (height/2.0)/tan(fovy/2.0);</a:t>
            </a:r>
            <a:br>
              <a:rPr lang="en" sz="850">
                <a:solidFill>
                  <a:srgbClr val="000000"/>
                </a:solidFill>
                <a:highlight>
                  <a:srgbClr val="FFFFFF"/>
                </a:highlight>
                <a:latin typeface="Courier New"/>
                <a:ea typeface="Courier New"/>
                <a:cs typeface="Courier New"/>
                <a:sym typeface="Courier New"/>
              </a:rPr>
            </a:br>
            <a:r>
              <a:rPr lang="en" sz="850">
                <a:solidFill>
                  <a:srgbClr val="000000"/>
                </a:solidFill>
                <a:highlight>
                  <a:srgbClr val="FFFFFF"/>
                </a:highlight>
                <a:latin typeface="Courier New"/>
                <a:ea typeface="Courier New"/>
                <a:cs typeface="Courier New"/>
                <a:sym typeface="Courier New"/>
              </a:rPr>
              <a:t>	perspective(fovy, float(width)/float(height), cameraZ/10.0, cameraZ*10.0);</a:t>
            </a:r>
            <a:br>
              <a:rPr lang="en" sz="850">
                <a:solidFill>
                  <a:srgbClr val="000000"/>
                </a:solidFill>
                <a:highlight>
                  <a:srgbClr val="FFFFFF"/>
                </a:highlight>
                <a:latin typeface="Courier New"/>
                <a:ea typeface="Courier New"/>
                <a:cs typeface="Courier New"/>
                <a:sym typeface="Courier New"/>
              </a:rPr>
            </a:br>
            <a:r>
              <a:rPr lang="en" sz="850">
                <a:solidFill>
                  <a:srgbClr val="000000"/>
                </a:solidFill>
                <a:highlight>
                  <a:srgbClr val="FFFFFF"/>
                </a:highlight>
                <a:latin typeface="Courier New"/>
                <a:ea typeface="Courier New"/>
                <a:cs typeface="Courier New"/>
                <a:sym typeface="Courier New"/>
              </a:rPr>
              <a:t>	translate(50, 50, 0);</a:t>
            </a:r>
            <a:br>
              <a:rPr lang="en" sz="850">
                <a:solidFill>
                  <a:srgbClr val="000000"/>
                </a:solidFill>
                <a:highlight>
                  <a:srgbClr val="FFFFFF"/>
                </a:highlight>
                <a:latin typeface="Courier New"/>
                <a:ea typeface="Courier New"/>
                <a:cs typeface="Courier New"/>
                <a:sym typeface="Courier New"/>
              </a:rPr>
            </a:br>
            <a:r>
              <a:rPr lang="en" sz="850">
                <a:solidFill>
                  <a:srgbClr val="000000"/>
                </a:solidFill>
                <a:highlight>
                  <a:srgbClr val="FFFFFF"/>
                </a:highlight>
                <a:latin typeface="Courier New"/>
                <a:ea typeface="Courier New"/>
                <a:cs typeface="Courier New"/>
                <a:sym typeface="Courier New"/>
              </a:rPr>
              <a:t>	rotateX(-PI/6);</a:t>
            </a:r>
            <a:br>
              <a:rPr lang="en" sz="850">
                <a:solidFill>
                  <a:srgbClr val="000000"/>
                </a:solidFill>
                <a:highlight>
                  <a:srgbClr val="FFFFFF"/>
                </a:highlight>
                <a:latin typeface="Courier New"/>
                <a:ea typeface="Courier New"/>
                <a:cs typeface="Courier New"/>
                <a:sym typeface="Courier New"/>
              </a:rPr>
            </a:br>
            <a:r>
              <a:rPr lang="en" sz="850">
                <a:solidFill>
                  <a:srgbClr val="000000"/>
                </a:solidFill>
                <a:highlight>
                  <a:srgbClr val="FFFFFF"/>
                </a:highlight>
                <a:latin typeface="Courier New"/>
                <a:ea typeface="Courier New"/>
                <a:cs typeface="Courier New"/>
                <a:sym typeface="Courier New"/>
              </a:rPr>
              <a:t>	rotateY(PI/3);</a:t>
            </a:r>
            <a:br>
              <a:rPr lang="en" sz="850">
                <a:solidFill>
                  <a:srgbClr val="000000"/>
                </a:solidFill>
                <a:highlight>
                  <a:srgbClr val="FFFFFF"/>
                </a:highlight>
                <a:latin typeface="Courier New"/>
                <a:ea typeface="Courier New"/>
                <a:cs typeface="Courier New"/>
                <a:sym typeface="Courier New"/>
              </a:rPr>
            </a:br>
            <a:r>
              <a:rPr lang="en" sz="850">
                <a:solidFill>
                  <a:srgbClr val="000000"/>
                </a:solidFill>
                <a:highlight>
                  <a:srgbClr val="FFFFFF"/>
                </a:highlight>
                <a:latin typeface="Courier New"/>
                <a:ea typeface="Courier New"/>
                <a:cs typeface="Courier New"/>
                <a:sym typeface="Courier New"/>
              </a:rPr>
              <a:t>	box(45);</a:t>
            </a:r>
            <a:endParaRPr sz="850">
              <a:solidFill>
                <a:srgbClr val="000000"/>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950">
                <a:solidFill>
                  <a:srgbClr val="252525"/>
                </a:solidFill>
                <a:highlight>
                  <a:srgbClr val="FFFFFF"/>
                </a:highlight>
                <a:latin typeface="Georgia"/>
                <a:ea typeface="Georgia"/>
                <a:cs typeface="Georgia"/>
                <a:sym typeface="Georgia"/>
              </a:rPr>
              <a:t>Description</a:t>
            </a:r>
            <a:endParaRPr b="1" sz="950">
              <a:solidFill>
                <a:srgbClr val="252525"/>
              </a:solidFill>
              <a:highlight>
                <a:srgbClr val="FFFFFF"/>
              </a:highlight>
              <a:latin typeface="Georgia"/>
              <a:ea typeface="Georgia"/>
              <a:cs typeface="Georgia"/>
              <a:sym typeface="Georgia"/>
            </a:endParaRPr>
          </a:p>
          <a:p>
            <a:pPr indent="0" lvl="0" marL="0" rtl="0" algn="l">
              <a:lnSpc>
                <a:spcPct val="100000"/>
              </a:lnSpc>
              <a:spcBef>
                <a:spcPts val="0"/>
              </a:spcBef>
              <a:spcAft>
                <a:spcPts val="0"/>
              </a:spcAft>
              <a:buNone/>
            </a:pPr>
            <a:r>
              <a:rPr lang="en" sz="950">
                <a:solidFill>
                  <a:srgbClr val="252525"/>
                </a:solidFill>
                <a:highlight>
                  <a:srgbClr val="FFFFFF"/>
                </a:highlight>
                <a:latin typeface="Georgia"/>
                <a:ea typeface="Georgia"/>
                <a:cs typeface="Georgia"/>
                <a:sym typeface="Georgia"/>
              </a:rPr>
              <a:t>Sets a perspective projection applying foreshortening, making distant objects appear smaller than closer ones. The parameters define a viewing volume with the shape of truncated pyramid. Objects near to the front of the volume appear their actual size, while farther objects appear smaller. This projection simulates the perspective of the world more accurately than orthographic projection. The version of perspective without parameters sets the default perspective and the version with four parameters allows the programmer to set the area precisely. The default values are: perspective(PI/3.0, width/height, cameraZ/10.0, cameraZ*10.0) where cameraZ is ((height/2.0) / tan(PI*60.0/360.0));</a:t>
            </a:r>
            <a:endParaRPr sz="950">
              <a:solidFill>
                <a:srgbClr val="252525"/>
              </a:solidFill>
              <a:highlight>
                <a:srgbClr val="FFFFFF"/>
              </a:highlight>
              <a:latin typeface="Georgia"/>
              <a:ea typeface="Georgia"/>
              <a:cs typeface="Georgia"/>
              <a:sym typeface="Georgia"/>
            </a:endParaRPr>
          </a:p>
          <a:p>
            <a:pPr indent="0" lvl="0" marL="0" rtl="0" algn="l">
              <a:lnSpc>
                <a:spcPct val="100000"/>
              </a:lnSpc>
              <a:spcBef>
                <a:spcPts val="0"/>
              </a:spcBef>
              <a:spcAft>
                <a:spcPts val="0"/>
              </a:spcAft>
              <a:buNone/>
            </a:pPr>
            <a:r>
              <a:rPr b="1" lang="en" sz="950">
                <a:solidFill>
                  <a:srgbClr val="252525"/>
                </a:solidFill>
                <a:highlight>
                  <a:srgbClr val="FFFFFF"/>
                </a:highlight>
                <a:latin typeface="Georgia"/>
                <a:ea typeface="Georgia"/>
                <a:cs typeface="Georgia"/>
                <a:sym typeface="Georgia"/>
              </a:rPr>
              <a:t>Syntax</a:t>
            </a:r>
            <a:endParaRPr b="1" sz="950">
              <a:solidFill>
                <a:srgbClr val="252525"/>
              </a:solidFill>
              <a:highlight>
                <a:srgbClr val="FFFFFF"/>
              </a:highlight>
              <a:latin typeface="Georgia"/>
              <a:ea typeface="Georgia"/>
              <a:cs typeface="Georgia"/>
              <a:sym typeface="Georgia"/>
            </a:endParaRPr>
          </a:p>
          <a:p>
            <a:pPr indent="0" lvl="0" marL="457200" rtl="0" algn="l">
              <a:lnSpc>
                <a:spcPct val="100000"/>
              </a:lnSpc>
              <a:spcBef>
                <a:spcPts val="0"/>
              </a:spcBef>
              <a:spcAft>
                <a:spcPts val="0"/>
              </a:spcAft>
              <a:buNone/>
            </a:pPr>
            <a:r>
              <a:rPr lang="en" sz="850">
                <a:solidFill>
                  <a:srgbClr val="000000"/>
                </a:solidFill>
                <a:highlight>
                  <a:srgbClr val="FFFFFF"/>
                </a:highlight>
                <a:latin typeface="Courier New"/>
                <a:ea typeface="Courier New"/>
                <a:cs typeface="Courier New"/>
                <a:sym typeface="Courier New"/>
              </a:rPr>
              <a:t>perspective()</a:t>
            </a:r>
            <a:br>
              <a:rPr lang="en" sz="850">
                <a:solidFill>
                  <a:srgbClr val="000000"/>
                </a:solidFill>
                <a:highlight>
                  <a:srgbClr val="FFFFFF"/>
                </a:highlight>
                <a:latin typeface="Courier New"/>
                <a:ea typeface="Courier New"/>
                <a:cs typeface="Courier New"/>
                <a:sym typeface="Courier New"/>
              </a:rPr>
            </a:br>
            <a:r>
              <a:rPr lang="en" sz="850">
                <a:solidFill>
                  <a:srgbClr val="000000"/>
                </a:solidFill>
                <a:highlight>
                  <a:srgbClr val="FFFFFF"/>
                </a:highlight>
                <a:latin typeface="Courier New"/>
                <a:ea typeface="Courier New"/>
                <a:cs typeface="Courier New"/>
                <a:sym typeface="Courier New"/>
              </a:rPr>
              <a:t>perspective(fovy, aspect, zNear, zFar)</a:t>
            </a:r>
            <a:endParaRPr sz="850">
              <a:solidFill>
                <a:srgbClr val="000000"/>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950">
                <a:solidFill>
                  <a:srgbClr val="252525"/>
                </a:solidFill>
                <a:highlight>
                  <a:srgbClr val="FFFFFF"/>
                </a:highlight>
                <a:latin typeface="Georgia"/>
                <a:ea typeface="Georgia"/>
                <a:cs typeface="Georgia"/>
                <a:sym typeface="Georgia"/>
              </a:rPr>
              <a:t>Parameters</a:t>
            </a:r>
            <a:endParaRPr b="1" sz="950">
              <a:solidFill>
                <a:srgbClr val="252525"/>
              </a:solidFill>
              <a:highlight>
                <a:srgbClr val="FFFFFF"/>
              </a:highlight>
              <a:latin typeface="Georgia"/>
              <a:ea typeface="Georgia"/>
              <a:cs typeface="Georgia"/>
              <a:sym typeface="Georgia"/>
            </a:endParaRPr>
          </a:p>
          <a:p>
            <a:pPr indent="457200" lvl="0" marL="0" rtl="0" algn="l">
              <a:lnSpc>
                <a:spcPct val="100000"/>
              </a:lnSpc>
              <a:spcBef>
                <a:spcPts val="0"/>
              </a:spcBef>
              <a:spcAft>
                <a:spcPts val="0"/>
              </a:spcAft>
              <a:buNone/>
            </a:pPr>
            <a:r>
              <a:rPr lang="en" sz="850">
                <a:solidFill>
                  <a:schemeClr val="dk1"/>
                </a:solidFill>
                <a:highlight>
                  <a:srgbClr val="FFFFFF"/>
                </a:highlight>
                <a:latin typeface="Courier New"/>
                <a:ea typeface="Courier New"/>
                <a:cs typeface="Courier New"/>
                <a:sym typeface="Courier New"/>
              </a:rPr>
              <a:t>fovy </a:t>
            </a:r>
            <a:r>
              <a:rPr lang="en" sz="950">
                <a:solidFill>
                  <a:srgbClr val="252525"/>
                </a:solidFill>
                <a:highlight>
                  <a:srgbClr val="FFFFFF"/>
                </a:highlight>
                <a:latin typeface="Georgia"/>
                <a:ea typeface="Georgia"/>
                <a:cs typeface="Georgia"/>
                <a:sym typeface="Georgia"/>
              </a:rPr>
              <a:t>float: field-of-view angle (in radians) for vertical direction</a:t>
            </a:r>
            <a:endParaRPr sz="950">
              <a:solidFill>
                <a:srgbClr val="252525"/>
              </a:solidFill>
              <a:highlight>
                <a:srgbClr val="FFFFFF"/>
              </a:highlight>
              <a:latin typeface="Georgia"/>
              <a:ea typeface="Georgia"/>
              <a:cs typeface="Georgia"/>
              <a:sym typeface="Georgia"/>
            </a:endParaRPr>
          </a:p>
          <a:p>
            <a:pPr indent="457200" lvl="0" marL="0" rtl="0" algn="l">
              <a:lnSpc>
                <a:spcPct val="100000"/>
              </a:lnSpc>
              <a:spcBef>
                <a:spcPts val="0"/>
              </a:spcBef>
              <a:spcAft>
                <a:spcPts val="0"/>
              </a:spcAft>
              <a:buNone/>
            </a:pPr>
            <a:r>
              <a:rPr lang="en" sz="850">
                <a:solidFill>
                  <a:schemeClr val="dk1"/>
                </a:solidFill>
                <a:highlight>
                  <a:srgbClr val="FFFFFF"/>
                </a:highlight>
                <a:latin typeface="Courier New"/>
                <a:ea typeface="Courier New"/>
                <a:cs typeface="Courier New"/>
                <a:sym typeface="Courier New"/>
              </a:rPr>
              <a:t>aspect </a:t>
            </a:r>
            <a:r>
              <a:rPr lang="en" sz="950">
                <a:solidFill>
                  <a:srgbClr val="252525"/>
                </a:solidFill>
                <a:highlight>
                  <a:srgbClr val="FFFFFF"/>
                </a:highlight>
                <a:latin typeface="Georgia"/>
                <a:ea typeface="Georgia"/>
                <a:cs typeface="Georgia"/>
                <a:sym typeface="Georgia"/>
              </a:rPr>
              <a:t>float: ratio of width to height</a:t>
            </a:r>
            <a:endParaRPr sz="950">
              <a:solidFill>
                <a:srgbClr val="252525"/>
              </a:solidFill>
              <a:highlight>
                <a:srgbClr val="FFFFFF"/>
              </a:highlight>
              <a:latin typeface="Georgia"/>
              <a:ea typeface="Georgia"/>
              <a:cs typeface="Georgia"/>
              <a:sym typeface="Georgia"/>
            </a:endParaRPr>
          </a:p>
          <a:p>
            <a:pPr indent="457200" lvl="0" marL="0" rtl="0" algn="l">
              <a:lnSpc>
                <a:spcPct val="100000"/>
              </a:lnSpc>
              <a:spcBef>
                <a:spcPts val="0"/>
              </a:spcBef>
              <a:spcAft>
                <a:spcPts val="0"/>
              </a:spcAft>
              <a:buNone/>
            </a:pPr>
            <a:r>
              <a:rPr lang="en" sz="850">
                <a:solidFill>
                  <a:schemeClr val="dk1"/>
                </a:solidFill>
                <a:highlight>
                  <a:srgbClr val="FFFFFF"/>
                </a:highlight>
                <a:latin typeface="Courier New"/>
                <a:ea typeface="Courier New"/>
                <a:cs typeface="Courier New"/>
                <a:sym typeface="Courier New"/>
              </a:rPr>
              <a:t>zNear </a:t>
            </a:r>
            <a:r>
              <a:rPr lang="en" sz="950">
                <a:solidFill>
                  <a:srgbClr val="252525"/>
                </a:solidFill>
                <a:highlight>
                  <a:srgbClr val="FFFFFF"/>
                </a:highlight>
                <a:latin typeface="Georgia"/>
                <a:ea typeface="Georgia"/>
                <a:cs typeface="Georgia"/>
                <a:sym typeface="Georgia"/>
              </a:rPr>
              <a:t>float: z-position of nearest clipping plane</a:t>
            </a:r>
            <a:endParaRPr sz="950">
              <a:solidFill>
                <a:srgbClr val="252525"/>
              </a:solidFill>
              <a:highlight>
                <a:srgbClr val="FFFFFF"/>
              </a:highlight>
              <a:latin typeface="Georgia"/>
              <a:ea typeface="Georgia"/>
              <a:cs typeface="Georgia"/>
              <a:sym typeface="Georgia"/>
            </a:endParaRPr>
          </a:p>
          <a:p>
            <a:pPr indent="457200" lvl="0" marL="0" rtl="0" algn="l">
              <a:lnSpc>
                <a:spcPct val="100000"/>
              </a:lnSpc>
              <a:spcBef>
                <a:spcPts val="0"/>
              </a:spcBef>
              <a:spcAft>
                <a:spcPts val="0"/>
              </a:spcAft>
              <a:buNone/>
            </a:pPr>
            <a:r>
              <a:rPr lang="en" sz="850">
                <a:solidFill>
                  <a:schemeClr val="dk1"/>
                </a:solidFill>
                <a:highlight>
                  <a:srgbClr val="FFFFFF"/>
                </a:highlight>
                <a:latin typeface="Courier New"/>
                <a:ea typeface="Courier New"/>
                <a:cs typeface="Courier New"/>
                <a:sym typeface="Courier New"/>
              </a:rPr>
              <a:t>zFar </a:t>
            </a:r>
            <a:r>
              <a:rPr lang="en" sz="950">
                <a:solidFill>
                  <a:srgbClr val="252525"/>
                </a:solidFill>
                <a:highlight>
                  <a:srgbClr val="FFFFFF"/>
                </a:highlight>
                <a:latin typeface="Georgia"/>
                <a:ea typeface="Georgia"/>
                <a:cs typeface="Georgia"/>
                <a:sym typeface="Georgia"/>
              </a:rPr>
              <a:t>float: z-position of farthest clipping plane</a:t>
            </a:r>
            <a:endParaRPr sz="950">
              <a:solidFill>
                <a:srgbClr val="252525"/>
              </a:solidFill>
              <a:highlight>
                <a:srgbClr val="FFFFFF"/>
              </a:highlight>
              <a:latin typeface="Georgia"/>
              <a:ea typeface="Georgia"/>
              <a:cs typeface="Georgia"/>
              <a:sym typeface="Georgia"/>
            </a:endParaRPr>
          </a:p>
          <a:p>
            <a:pPr indent="0" lvl="0" marL="0" rtl="0" algn="l">
              <a:lnSpc>
                <a:spcPct val="100000"/>
              </a:lnSpc>
              <a:spcBef>
                <a:spcPts val="0"/>
              </a:spcBef>
              <a:spcAft>
                <a:spcPts val="0"/>
              </a:spcAft>
              <a:buNone/>
            </a:pPr>
            <a:r>
              <a:t/>
            </a:r>
            <a:endParaRPr sz="950">
              <a:solidFill>
                <a:srgbClr val="252525"/>
              </a:solidFill>
              <a:highlight>
                <a:srgbClr val="FFFFFF"/>
              </a:highlight>
              <a:latin typeface="Georgia"/>
              <a:ea typeface="Georgia"/>
              <a:cs typeface="Georgia"/>
              <a:sym typeface="Georgia"/>
            </a:endParaRPr>
          </a:p>
        </p:txBody>
      </p:sp>
      <p:sp>
        <p:nvSpPr>
          <p:cNvPr id="455" name="Google Shape;455;p6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descr="perspective_.png" id="456" name="Google Shape;456;p60"/>
          <p:cNvPicPr preferRelativeResize="0"/>
          <p:nvPr/>
        </p:nvPicPr>
        <p:blipFill>
          <a:blip r:embed="rId4">
            <a:alphaModFix/>
          </a:blip>
          <a:stretch>
            <a:fillRect/>
          </a:stretch>
        </p:blipFill>
        <p:spPr>
          <a:xfrm>
            <a:off x="4095750" y="929425"/>
            <a:ext cx="952500" cy="95250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pic>
        <p:nvPicPr>
          <p:cNvPr id="461" name="Google Shape;461;p61"/>
          <p:cNvPicPr preferRelativeResize="0"/>
          <p:nvPr/>
        </p:nvPicPr>
        <p:blipFill>
          <a:blip r:embed="rId3">
            <a:alphaModFix/>
          </a:blip>
          <a:stretch>
            <a:fillRect/>
          </a:stretch>
        </p:blipFill>
        <p:spPr>
          <a:xfrm>
            <a:off x="5374325" y="1017725"/>
            <a:ext cx="3457974" cy="1566600"/>
          </a:xfrm>
          <a:prstGeom prst="rect">
            <a:avLst/>
          </a:prstGeom>
          <a:noFill/>
          <a:ln>
            <a:noFill/>
          </a:ln>
        </p:spPr>
      </p:pic>
      <p:sp>
        <p:nvSpPr>
          <p:cNvPr id="462" name="Google Shape;462;p6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frustum</a:t>
            </a:r>
            <a:endParaRPr/>
          </a:p>
        </p:txBody>
      </p:sp>
      <p:sp>
        <p:nvSpPr>
          <p:cNvPr id="463" name="Google Shape;463;p6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950">
                <a:solidFill>
                  <a:srgbClr val="252525"/>
                </a:solidFill>
                <a:highlight>
                  <a:srgbClr val="FFFFFF"/>
                </a:highlight>
                <a:latin typeface="Georgia"/>
                <a:ea typeface="Georgia"/>
                <a:cs typeface="Georgia"/>
                <a:sym typeface="Georgia"/>
              </a:rPr>
              <a:t>Examples</a:t>
            </a:r>
            <a:endParaRPr b="1" sz="950">
              <a:solidFill>
                <a:srgbClr val="252525"/>
              </a:solidFill>
              <a:highlight>
                <a:srgbClr val="FFFFFF"/>
              </a:highlight>
              <a:latin typeface="Georgia"/>
              <a:ea typeface="Georgia"/>
              <a:cs typeface="Georgia"/>
              <a:sym typeface="Georgia"/>
            </a:endParaRPr>
          </a:p>
          <a:p>
            <a:pPr indent="457200" lvl="0" marL="0" rtl="0" algn="l">
              <a:lnSpc>
                <a:spcPct val="100000"/>
              </a:lnSpc>
              <a:spcBef>
                <a:spcPts val="0"/>
              </a:spcBef>
              <a:spcAft>
                <a:spcPts val="0"/>
              </a:spcAft>
              <a:buNone/>
            </a:pPr>
            <a:r>
              <a:rPr lang="en" sz="850">
                <a:solidFill>
                  <a:srgbClr val="000000"/>
                </a:solidFill>
                <a:highlight>
                  <a:srgbClr val="FFFFFF"/>
                </a:highlight>
                <a:latin typeface="Courier New"/>
                <a:ea typeface="Courier New"/>
                <a:cs typeface="Courier New"/>
                <a:sym typeface="Courier New"/>
              </a:rPr>
              <a:t>size(100, 100, P3D);  </a:t>
            </a:r>
            <a:br>
              <a:rPr lang="en" sz="850">
                <a:solidFill>
                  <a:srgbClr val="000000"/>
                </a:solidFill>
                <a:highlight>
                  <a:srgbClr val="FFFFFF"/>
                </a:highlight>
                <a:latin typeface="Courier New"/>
                <a:ea typeface="Courier New"/>
                <a:cs typeface="Courier New"/>
                <a:sym typeface="Courier New"/>
              </a:rPr>
            </a:br>
            <a:r>
              <a:rPr lang="en" sz="850">
                <a:solidFill>
                  <a:srgbClr val="000000"/>
                </a:solidFill>
                <a:highlight>
                  <a:srgbClr val="FFFFFF"/>
                </a:highlight>
                <a:latin typeface="Courier New"/>
                <a:ea typeface="Courier New"/>
                <a:cs typeface="Courier New"/>
                <a:sym typeface="Courier New"/>
              </a:rPr>
              <a:t>	noFill();</a:t>
            </a:r>
            <a:br>
              <a:rPr lang="en" sz="850">
                <a:solidFill>
                  <a:srgbClr val="000000"/>
                </a:solidFill>
                <a:highlight>
                  <a:srgbClr val="FFFFFF"/>
                </a:highlight>
                <a:latin typeface="Courier New"/>
                <a:ea typeface="Courier New"/>
                <a:cs typeface="Courier New"/>
                <a:sym typeface="Courier New"/>
              </a:rPr>
            </a:br>
            <a:r>
              <a:rPr lang="en" sz="850">
                <a:solidFill>
                  <a:srgbClr val="000000"/>
                </a:solidFill>
                <a:highlight>
                  <a:srgbClr val="FFFFFF"/>
                </a:highlight>
                <a:latin typeface="Courier New"/>
                <a:ea typeface="Courier New"/>
                <a:cs typeface="Courier New"/>
                <a:sym typeface="Courier New"/>
              </a:rPr>
              <a:t>	background(204);</a:t>
            </a:r>
            <a:br>
              <a:rPr lang="en" sz="850">
                <a:solidFill>
                  <a:srgbClr val="000000"/>
                </a:solidFill>
                <a:highlight>
                  <a:srgbClr val="FFFFFF"/>
                </a:highlight>
                <a:latin typeface="Courier New"/>
                <a:ea typeface="Courier New"/>
                <a:cs typeface="Courier New"/>
                <a:sym typeface="Courier New"/>
              </a:rPr>
            </a:br>
            <a:r>
              <a:rPr lang="en" sz="850">
                <a:solidFill>
                  <a:srgbClr val="000000"/>
                </a:solidFill>
                <a:highlight>
                  <a:srgbClr val="FFFFFF"/>
                </a:highlight>
                <a:latin typeface="Courier New"/>
                <a:ea typeface="Courier New"/>
                <a:cs typeface="Courier New"/>
                <a:sym typeface="Courier New"/>
              </a:rPr>
              <a:t>	frustum(-10, 0, 0, 10, 10, 200);</a:t>
            </a:r>
            <a:br>
              <a:rPr lang="en" sz="850">
                <a:solidFill>
                  <a:srgbClr val="000000"/>
                </a:solidFill>
                <a:highlight>
                  <a:srgbClr val="FFFFFF"/>
                </a:highlight>
                <a:latin typeface="Courier New"/>
                <a:ea typeface="Courier New"/>
                <a:cs typeface="Courier New"/>
                <a:sym typeface="Courier New"/>
              </a:rPr>
            </a:br>
            <a:r>
              <a:rPr lang="en" sz="850">
                <a:solidFill>
                  <a:srgbClr val="000000"/>
                </a:solidFill>
                <a:highlight>
                  <a:srgbClr val="FFFFFF"/>
                </a:highlight>
                <a:latin typeface="Courier New"/>
                <a:ea typeface="Courier New"/>
                <a:cs typeface="Courier New"/>
                <a:sym typeface="Courier New"/>
              </a:rPr>
              <a:t>	rotateY(PI/6);</a:t>
            </a:r>
            <a:br>
              <a:rPr lang="en" sz="850">
                <a:solidFill>
                  <a:srgbClr val="000000"/>
                </a:solidFill>
                <a:highlight>
                  <a:srgbClr val="FFFFFF"/>
                </a:highlight>
                <a:latin typeface="Courier New"/>
                <a:ea typeface="Courier New"/>
                <a:cs typeface="Courier New"/>
                <a:sym typeface="Courier New"/>
              </a:rPr>
            </a:br>
            <a:r>
              <a:rPr lang="en" sz="850">
                <a:solidFill>
                  <a:srgbClr val="000000"/>
                </a:solidFill>
                <a:highlight>
                  <a:srgbClr val="FFFFFF"/>
                </a:highlight>
                <a:latin typeface="Courier New"/>
                <a:ea typeface="Courier New"/>
                <a:cs typeface="Courier New"/>
                <a:sym typeface="Courier New"/>
              </a:rPr>
              <a:t>	box(45);</a:t>
            </a:r>
            <a:endParaRPr sz="850">
              <a:solidFill>
                <a:srgbClr val="000000"/>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950">
                <a:solidFill>
                  <a:srgbClr val="252525"/>
                </a:solidFill>
                <a:highlight>
                  <a:srgbClr val="FFFFFF"/>
                </a:highlight>
                <a:latin typeface="Georgia"/>
                <a:ea typeface="Georgia"/>
                <a:cs typeface="Georgia"/>
                <a:sym typeface="Georgia"/>
              </a:rPr>
              <a:t>Description</a:t>
            </a:r>
            <a:endParaRPr b="1" sz="950">
              <a:solidFill>
                <a:srgbClr val="252525"/>
              </a:solidFill>
              <a:highlight>
                <a:srgbClr val="FFFFFF"/>
              </a:highlight>
              <a:latin typeface="Georgia"/>
              <a:ea typeface="Georgia"/>
              <a:cs typeface="Georgia"/>
              <a:sym typeface="Georgia"/>
            </a:endParaRPr>
          </a:p>
          <a:p>
            <a:pPr indent="0" lvl="0" marL="0" rtl="0" algn="l">
              <a:lnSpc>
                <a:spcPct val="100000"/>
              </a:lnSpc>
              <a:spcBef>
                <a:spcPts val="0"/>
              </a:spcBef>
              <a:spcAft>
                <a:spcPts val="0"/>
              </a:spcAft>
              <a:buNone/>
            </a:pPr>
            <a:r>
              <a:rPr lang="en" sz="950">
                <a:solidFill>
                  <a:srgbClr val="252525"/>
                </a:solidFill>
                <a:highlight>
                  <a:srgbClr val="FFFFFF"/>
                </a:highlight>
                <a:latin typeface="Georgia"/>
                <a:ea typeface="Georgia"/>
                <a:cs typeface="Georgia"/>
                <a:sym typeface="Georgia"/>
              </a:rPr>
              <a:t>Sets a perspective matrix as defined by the parameters.</a:t>
            </a:r>
            <a:endParaRPr sz="950">
              <a:solidFill>
                <a:srgbClr val="252525"/>
              </a:solidFill>
              <a:highlight>
                <a:srgbClr val="FFFFFF"/>
              </a:highlight>
              <a:latin typeface="Georgia"/>
              <a:ea typeface="Georgia"/>
              <a:cs typeface="Georgia"/>
              <a:sym typeface="Georgia"/>
            </a:endParaRPr>
          </a:p>
          <a:p>
            <a:pPr indent="0" lvl="0" marL="0" rtl="0" algn="l">
              <a:lnSpc>
                <a:spcPct val="100000"/>
              </a:lnSpc>
              <a:spcBef>
                <a:spcPts val="0"/>
              </a:spcBef>
              <a:spcAft>
                <a:spcPts val="0"/>
              </a:spcAft>
              <a:buNone/>
            </a:pPr>
            <a:r>
              <a:rPr lang="en" sz="950">
                <a:solidFill>
                  <a:srgbClr val="252525"/>
                </a:solidFill>
                <a:highlight>
                  <a:srgbClr val="FFFFFF"/>
                </a:highlight>
                <a:latin typeface="Georgia"/>
                <a:ea typeface="Georgia"/>
                <a:cs typeface="Georgia"/>
                <a:sym typeface="Georgia"/>
              </a:rPr>
              <a:t>A frustum is a geometric form: a pyramid with its top cut off. With the viewer's eye at the imaginary top of the pyramid, the six planes of the frustum act as clipping planes when rendering a 3D view. Thus, any form inside the clipping planes is rendered and visible; anything outside those planes is not visible.</a:t>
            </a:r>
            <a:endParaRPr sz="950">
              <a:solidFill>
                <a:srgbClr val="252525"/>
              </a:solidFill>
              <a:highlight>
                <a:srgbClr val="FFFFFF"/>
              </a:highlight>
              <a:latin typeface="Georgia"/>
              <a:ea typeface="Georgia"/>
              <a:cs typeface="Georgia"/>
              <a:sym typeface="Georgia"/>
            </a:endParaRPr>
          </a:p>
          <a:p>
            <a:pPr indent="0" lvl="0" marL="0" rtl="0" algn="l">
              <a:lnSpc>
                <a:spcPct val="100000"/>
              </a:lnSpc>
              <a:spcBef>
                <a:spcPts val="0"/>
              </a:spcBef>
              <a:spcAft>
                <a:spcPts val="0"/>
              </a:spcAft>
              <a:buNone/>
            </a:pPr>
            <a:r>
              <a:rPr lang="en" sz="950">
                <a:solidFill>
                  <a:srgbClr val="252525"/>
                </a:solidFill>
                <a:highlight>
                  <a:srgbClr val="FFFFFF"/>
                </a:highlight>
                <a:latin typeface="Georgia"/>
                <a:ea typeface="Georgia"/>
                <a:cs typeface="Georgia"/>
                <a:sym typeface="Georgia"/>
              </a:rPr>
              <a:t>Setting the frustum has the effect of changing the perspective with which the scene is rendered. This can be acheived more simply in many cases by using </a:t>
            </a:r>
            <a:r>
              <a:rPr b="1" lang="en" sz="950">
                <a:solidFill>
                  <a:srgbClr val="252525"/>
                </a:solidFill>
                <a:highlight>
                  <a:srgbClr val="FFFFFF"/>
                </a:highlight>
                <a:latin typeface="Georgia"/>
                <a:ea typeface="Georgia"/>
                <a:cs typeface="Georgia"/>
                <a:sym typeface="Georgia"/>
              </a:rPr>
              <a:t>perspective()</a:t>
            </a:r>
            <a:r>
              <a:rPr lang="en" sz="950">
                <a:solidFill>
                  <a:srgbClr val="252525"/>
                </a:solidFill>
                <a:highlight>
                  <a:srgbClr val="FFFFFF"/>
                </a:highlight>
                <a:latin typeface="Georgia"/>
                <a:ea typeface="Georgia"/>
                <a:cs typeface="Georgia"/>
                <a:sym typeface="Georgia"/>
              </a:rPr>
              <a:t>.</a:t>
            </a:r>
            <a:endParaRPr sz="950">
              <a:solidFill>
                <a:srgbClr val="252525"/>
              </a:solidFill>
              <a:highlight>
                <a:srgbClr val="FFFFFF"/>
              </a:highlight>
              <a:latin typeface="Georgia"/>
              <a:ea typeface="Georgia"/>
              <a:cs typeface="Georgia"/>
              <a:sym typeface="Georgia"/>
            </a:endParaRPr>
          </a:p>
          <a:p>
            <a:pPr indent="0" lvl="0" marL="0" rtl="0" algn="l">
              <a:lnSpc>
                <a:spcPct val="100000"/>
              </a:lnSpc>
              <a:spcBef>
                <a:spcPts val="0"/>
              </a:spcBef>
              <a:spcAft>
                <a:spcPts val="0"/>
              </a:spcAft>
              <a:buNone/>
            </a:pPr>
            <a:r>
              <a:rPr lang="en" sz="950">
                <a:solidFill>
                  <a:srgbClr val="252525"/>
                </a:solidFill>
                <a:highlight>
                  <a:srgbClr val="FFFFFF"/>
                </a:highlight>
                <a:latin typeface="Georgia"/>
                <a:ea typeface="Georgia"/>
                <a:cs typeface="Georgia"/>
                <a:sym typeface="Georgia"/>
              </a:rPr>
              <a:t>Note that the near value must be greater than zero (as the point of the frustum "pyramid" cannot converge "behind" the viewer). Similarly, the far value must be greater than the near value (as the "far" plane of the frustum must be "farther away" from the viewer than the near plane).</a:t>
            </a:r>
            <a:endParaRPr sz="950">
              <a:solidFill>
                <a:srgbClr val="252525"/>
              </a:solidFill>
              <a:highlight>
                <a:srgbClr val="FFFFFF"/>
              </a:highlight>
              <a:latin typeface="Georgia"/>
              <a:ea typeface="Georgia"/>
              <a:cs typeface="Georgia"/>
              <a:sym typeface="Georgia"/>
            </a:endParaRPr>
          </a:p>
          <a:p>
            <a:pPr indent="0" lvl="0" marL="0" rtl="0" algn="l">
              <a:lnSpc>
                <a:spcPct val="100000"/>
              </a:lnSpc>
              <a:spcBef>
                <a:spcPts val="0"/>
              </a:spcBef>
              <a:spcAft>
                <a:spcPts val="0"/>
              </a:spcAft>
              <a:buNone/>
            </a:pPr>
            <a:r>
              <a:rPr lang="en" sz="950">
                <a:solidFill>
                  <a:srgbClr val="252525"/>
                </a:solidFill>
                <a:highlight>
                  <a:srgbClr val="FFFFFF"/>
                </a:highlight>
                <a:latin typeface="Georgia"/>
                <a:ea typeface="Georgia"/>
                <a:cs typeface="Georgia"/>
                <a:sym typeface="Georgia"/>
              </a:rPr>
              <a:t>Works like glFrustum, except it wipes out the current perspective matrix rather than multiplying itself with it.</a:t>
            </a:r>
            <a:endParaRPr sz="950">
              <a:solidFill>
                <a:srgbClr val="252525"/>
              </a:solidFill>
              <a:highlight>
                <a:srgbClr val="FFFFFF"/>
              </a:highlight>
              <a:latin typeface="Georgia"/>
              <a:ea typeface="Georgia"/>
              <a:cs typeface="Georgia"/>
              <a:sym typeface="Georgia"/>
            </a:endParaRPr>
          </a:p>
          <a:p>
            <a:pPr indent="0" lvl="0" marL="0" rtl="0" algn="l">
              <a:lnSpc>
                <a:spcPct val="100000"/>
              </a:lnSpc>
              <a:spcBef>
                <a:spcPts val="0"/>
              </a:spcBef>
              <a:spcAft>
                <a:spcPts val="0"/>
              </a:spcAft>
              <a:buNone/>
            </a:pPr>
            <a:r>
              <a:rPr b="1" lang="en" sz="950">
                <a:solidFill>
                  <a:srgbClr val="252525"/>
                </a:solidFill>
                <a:highlight>
                  <a:srgbClr val="FFFFFF"/>
                </a:highlight>
                <a:latin typeface="Georgia"/>
                <a:ea typeface="Georgia"/>
                <a:cs typeface="Georgia"/>
                <a:sym typeface="Georgia"/>
              </a:rPr>
              <a:t>Syntax</a:t>
            </a:r>
            <a:endParaRPr b="1" sz="950">
              <a:solidFill>
                <a:srgbClr val="252525"/>
              </a:solidFill>
              <a:highlight>
                <a:srgbClr val="FFFFFF"/>
              </a:highlight>
              <a:latin typeface="Georgia"/>
              <a:ea typeface="Georgia"/>
              <a:cs typeface="Georgia"/>
              <a:sym typeface="Georgia"/>
            </a:endParaRPr>
          </a:p>
          <a:p>
            <a:pPr indent="457200" lvl="0" marL="0" rtl="0" algn="l">
              <a:lnSpc>
                <a:spcPct val="100000"/>
              </a:lnSpc>
              <a:spcBef>
                <a:spcPts val="0"/>
              </a:spcBef>
              <a:spcAft>
                <a:spcPts val="2300"/>
              </a:spcAft>
              <a:buNone/>
            </a:pPr>
            <a:r>
              <a:rPr lang="en" sz="850">
                <a:solidFill>
                  <a:srgbClr val="000000"/>
                </a:solidFill>
                <a:highlight>
                  <a:srgbClr val="FFFFFF"/>
                </a:highlight>
                <a:latin typeface="Courier New"/>
                <a:ea typeface="Courier New"/>
                <a:cs typeface="Courier New"/>
                <a:sym typeface="Courier New"/>
              </a:rPr>
              <a:t>frustum(left, right, bottom, top, near, far)</a:t>
            </a:r>
            <a:endParaRPr/>
          </a:p>
        </p:txBody>
      </p:sp>
      <p:sp>
        <p:nvSpPr>
          <p:cNvPr id="464" name="Google Shape;464;p6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6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Perspective vs. Ortho</a:t>
            </a:r>
            <a:endParaRPr/>
          </a:p>
        </p:txBody>
      </p:sp>
      <p:sp>
        <p:nvSpPr>
          <p:cNvPr id="470" name="Google Shape;470;p62"/>
          <p:cNvSpPr txBox="1"/>
          <p:nvPr>
            <p:ph idx="1" type="body"/>
          </p:nvPr>
        </p:nvSpPr>
        <p:spPr>
          <a:xfrm>
            <a:off x="311700" y="1152475"/>
            <a:ext cx="4263000" cy="3416400"/>
          </a:xfrm>
          <a:prstGeom prst="rect">
            <a:avLst/>
          </a:prstGeom>
        </p:spPr>
        <p:txBody>
          <a:bodyPr anchorCtr="0" anchor="t" bIns="91425" lIns="91425" spcFirstLastPara="1" rIns="91425" wrap="square" tIns="91425">
            <a:noAutofit/>
          </a:bodyPr>
          <a:lstStyle/>
          <a:p>
            <a:pPr indent="203200" lvl="0" marL="0" rtl="0" algn="l">
              <a:lnSpc>
                <a:spcPct val="100000"/>
              </a:lnSpc>
              <a:spcBef>
                <a:spcPts val="0"/>
              </a:spcBef>
              <a:spcAft>
                <a:spcPts val="0"/>
              </a:spcAft>
              <a:buClr>
                <a:schemeClr val="dk1"/>
              </a:buClr>
              <a:buSzPts val="1100"/>
              <a:buFont typeface="Arial"/>
              <a:buNone/>
            </a:pPr>
            <a:r>
              <a:rPr lang="en" sz="1000">
                <a:solidFill>
                  <a:schemeClr val="dk1"/>
                </a:solidFill>
              </a:rPr>
              <a:t>/**</a:t>
            </a:r>
            <a:endParaRPr sz="1000">
              <a:solidFill>
                <a:schemeClr val="dk1"/>
              </a:solidFill>
            </a:endParaRPr>
          </a:p>
          <a:p>
            <a:pPr indent="203200" lvl="0" marL="0" rtl="0" algn="l">
              <a:lnSpc>
                <a:spcPct val="100000"/>
              </a:lnSpc>
              <a:spcBef>
                <a:spcPts val="0"/>
              </a:spcBef>
              <a:spcAft>
                <a:spcPts val="0"/>
              </a:spcAft>
              <a:buClr>
                <a:schemeClr val="dk1"/>
              </a:buClr>
              <a:buSzPts val="1100"/>
              <a:buFont typeface="Arial"/>
              <a:buNone/>
            </a:pPr>
            <a:r>
              <a:rPr lang="en" sz="1000">
                <a:solidFill>
                  <a:schemeClr val="dk1"/>
                </a:solidFill>
              </a:rPr>
              <a:t> * Perspective vs. Ortho</a:t>
            </a:r>
            <a:endParaRPr sz="1000">
              <a:solidFill>
                <a:schemeClr val="dk1"/>
              </a:solidFill>
            </a:endParaRPr>
          </a:p>
          <a:p>
            <a:pPr indent="203200" lvl="0" marL="0" rtl="0" algn="l">
              <a:lnSpc>
                <a:spcPct val="100000"/>
              </a:lnSpc>
              <a:spcBef>
                <a:spcPts val="0"/>
              </a:spcBef>
              <a:spcAft>
                <a:spcPts val="0"/>
              </a:spcAft>
              <a:buClr>
                <a:schemeClr val="dk1"/>
              </a:buClr>
              <a:buSzPts val="1100"/>
              <a:buFont typeface="Arial"/>
              <a:buNone/>
            </a:pPr>
            <a:r>
              <a:rPr lang="en" sz="1000">
                <a:solidFill>
                  <a:schemeClr val="dk1"/>
                </a:solidFill>
              </a:rPr>
              <a:t> *</a:t>
            </a:r>
            <a:endParaRPr sz="1000">
              <a:solidFill>
                <a:schemeClr val="dk1"/>
              </a:solidFill>
            </a:endParaRPr>
          </a:p>
          <a:p>
            <a:pPr indent="203200" lvl="0" marL="0" rtl="0" algn="l">
              <a:lnSpc>
                <a:spcPct val="100000"/>
              </a:lnSpc>
              <a:spcBef>
                <a:spcPts val="0"/>
              </a:spcBef>
              <a:spcAft>
                <a:spcPts val="0"/>
              </a:spcAft>
              <a:buClr>
                <a:schemeClr val="dk1"/>
              </a:buClr>
              <a:buSzPts val="1100"/>
              <a:buFont typeface="Arial"/>
              <a:buNone/>
            </a:pPr>
            <a:r>
              <a:rPr lang="en" sz="1000">
                <a:solidFill>
                  <a:schemeClr val="dk1"/>
                </a:solidFill>
              </a:rPr>
              <a:t> * Move the mouse left to right to change the "far" </a:t>
            </a:r>
            <a:endParaRPr sz="1000">
              <a:solidFill>
                <a:schemeClr val="dk1"/>
              </a:solidFill>
            </a:endParaRPr>
          </a:p>
          <a:p>
            <a:pPr indent="203200" lvl="0" marL="0" rtl="0" algn="l">
              <a:lnSpc>
                <a:spcPct val="100000"/>
              </a:lnSpc>
              <a:spcBef>
                <a:spcPts val="0"/>
              </a:spcBef>
              <a:spcAft>
                <a:spcPts val="0"/>
              </a:spcAft>
              <a:buClr>
                <a:schemeClr val="dk1"/>
              </a:buClr>
              <a:buSzPts val="1100"/>
              <a:buFont typeface="Arial"/>
              <a:buNone/>
            </a:pPr>
            <a:r>
              <a:rPr lang="en" sz="1000">
                <a:solidFill>
                  <a:schemeClr val="dk1"/>
                </a:solidFill>
              </a:rPr>
              <a:t> * parameter for the perspective() and ortho() functions.</a:t>
            </a:r>
            <a:endParaRPr sz="1000">
              <a:solidFill>
                <a:schemeClr val="dk1"/>
              </a:solidFill>
            </a:endParaRPr>
          </a:p>
          <a:p>
            <a:pPr indent="203200" lvl="0" marL="0" rtl="0" algn="l">
              <a:lnSpc>
                <a:spcPct val="100000"/>
              </a:lnSpc>
              <a:spcBef>
                <a:spcPts val="0"/>
              </a:spcBef>
              <a:spcAft>
                <a:spcPts val="0"/>
              </a:spcAft>
              <a:buClr>
                <a:schemeClr val="dk1"/>
              </a:buClr>
              <a:buSzPts val="1100"/>
              <a:buFont typeface="Arial"/>
              <a:buNone/>
            </a:pPr>
            <a:r>
              <a:rPr lang="en" sz="1000">
                <a:solidFill>
                  <a:schemeClr val="dk1"/>
                </a:solidFill>
              </a:rPr>
              <a:t> * This parameter sets the maximum distance from the </a:t>
            </a:r>
            <a:endParaRPr sz="1000">
              <a:solidFill>
                <a:schemeClr val="dk1"/>
              </a:solidFill>
            </a:endParaRPr>
          </a:p>
          <a:p>
            <a:pPr indent="203200" lvl="0" marL="0" rtl="0" algn="l">
              <a:lnSpc>
                <a:spcPct val="100000"/>
              </a:lnSpc>
              <a:spcBef>
                <a:spcPts val="0"/>
              </a:spcBef>
              <a:spcAft>
                <a:spcPts val="0"/>
              </a:spcAft>
              <a:buClr>
                <a:schemeClr val="dk1"/>
              </a:buClr>
              <a:buSzPts val="1100"/>
              <a:buFont typeface="Arial"/>
              <a:buNone/>
            </a:pPr>
            <a:r>
              <a:rPr lang="en" sz="1000">
                <a:solidFill>
                  <a:schemeClr val="dk1"/>
                </a:solidFill>
              </a:rPr>
              <a:t> * origin away from the viewer and will clip the geometry.</a:t>
            </a:r>
            <a:endParaRPr sz="1000">
              <a:solidFill>
                <a:schemeClr val="dk1"/>
              </a:solidFill>
            </a:endParaRPr>
          </a:p>
          <a:p>
            <a:pPr indent="203200" lvl="0" marL="0" rtl="0" algn="l">
              <a:lnSpc>
                <a:spcPct val="100000"/>
              </a:lnSpc>
              <a:spcBef>
                <a:spcPts val="0"/>
              </a:spcBef>
              <a:spcAft>
                <a:spcPts val="0"/>
              </a:spcAft>
              <a:buClr>
                <a:schemeClr val="dk1"/>
              </a:buClr>
              <a:buSzPts val="1100"/>
              <a:buFont typeface="Arial"/>
              <a:buNone/>
            </a:pPr>
            <a:r>
              <a:rPr lang="en" sz="1000">
                <a:solidFill>
                  <a:schemeClr val="dk1"/>
                </a:solidFill>
              </a:rPr>
              <a:t> * Click a mouse button to switch between the perspective and</a:t>
            </a:r>
            <a:endParaRPr sz="1000">
              <a:solidFill>
                <a:schemeClr val="dk1"/>
              </a:solidFill>
            </a:endParaRPr>
          </a:p>
          <a:p>
            <a:pPr indent="203200" lvl="0" marL="0" rtl="0" algn="l">
              <a:lnSpc>
                <a:spcPct val="100000"/>
              </a:lnSpc>
              <a:spcBef>
                <a:spcPts val="0"/>
              </a:spcBef>
              <a:spcAft>
                <a:spcPts val="0"/>
              </a:spcAft>
              <a:buClr>
                <a:schemeClr val="dk1"/>
              </a:buClr>
              <a:buSzPts val="1100"/>
              <a:buFont typeface="Arial"/>
              <a:buNone/>
            </a:pPr>
            <a:r>
              <a:rPr lang="en" sz="1000">
                <a:solidFill>
                  <a:schemeClr val="dk1"/>
                </a:solidFill>
              </a:rPr>
              <a:t> * orthographic projections.</a:t>
            </a:r>
            <a:endParaRPr sz="1000">
              <a:solidFill>
                <a:schemeClr val="dk1"/>
              </a:solidFill>
            </a:endParaRPr>
          </a:p>
          <a:p>
            <a:pPr indent="203200" lvl="0" marL="0" rtl="0" algn="l">
              <a:lnSpc>
                <a:spcPct val="100000"/>
              </a:lnSpc>
              <a:spcBef>
                <a:spcPts val="0"/>
              </a:spcBef>
              <a:spcAft>
                <a:spcPts val="0"/>
              </a:spcAft>
              <a:buClr>
                <a:schemeClr val="dk1"/>
              </a:buClr>
              <a:buSzPts val="1100"/>
              <a:buFont typeface="Arial"/>
              <a:buNone/>
            </a:pPr>
            <a:r>
              <a:rPr lang="en" sz="1000">
                <a:solidFill>
                  <a:schemeClr val="dk1"/>
                </a:solidFill>
              </a:rPr>
              <a:t> */</a:t>
            </a:r>
            <a:endParaRPr sz="1000">
              <a:solidFill>
                <a:schemeClr val="dk1"/>
              </a:solidFill>
            </a:endParaRPr>
          </a:p>
          <a:p>
            <a:pPr indent="203200" lvl="0" marL="0" rtl="0" algn="l">
              <a:lnSpc>
                <a:spcPct val="100000"/>
              </a:lnSpc>
              <a:spcBef>
                <a:spcPts val="0"/>
              </a:spcBef>
              <a:spcAft>
                <a:spcPts val="0"/>
              </a:spcAft>
              <a:buClr>
                <a:schemeClr val="dk1"/>
              </a:buClr>
              <a:buSzPts val="1100"/>
              <a:buFont typeface="Arial"/>
              <a:buNone/>
            </a:pPr>
            <a:r>
              <a:t/>
            </a:r>
            <a:endParaRPr sz="1000">
              <a:solidFill>
                <a:schemeClr val="dk1"/>
              </a:solidFill>
            </a:endParaRPr>
          </a:p>
          <a:p>
            <a:pPr indent="203200" lvl="0" marL="0" rtl="0" algn="l">
              <a:lnSpc>
                <a:spcPct val="100000"/>
              </a:lnSpc>
              <a:spcBef>
                <a:spcPts val="0"/>
              </a:spcBef>
              <a:spcAft>
                <a:spcPts val="0"/>
              </a:spcAft>
              <a:buClr>
                <a:schemeClr val="dk1"/>
              </a:buClr>
              <a:buSzPts val="1100"/>
              <a:buFont typeface="Arial"/>
              <a:buNone/>
            </a:pPr>
            <a:r>
              <a:t/>
            </a:r>
            <a:endParaRPr sz="1000">
              <a:solidFill>
                <a:schemeClr val="dk1"/>
              </a:solidFill>
            </a:endParaRPr>
          </a:p>
          <a:p>
            <a:pPr indent="203200" lvl="0" marL="0" rtl="0" algn="l">
              <a:lnSpc>
                <a:spcPct val="100000"/>
              </a:lnSpc>
              <a:spcBef>
                <a:spcPts val="0"/>
              </a:spcBef>
              <a:spcAft>
                <a:spcPts val="0"/>
              </a:spcAft>
              <a:buClr>
                <a:schemeClr val="dk1"/>
              </a:buClr>
              <a:buSzPts val="1100"/>
              <a:buFont typeface="Arial"/>
              <a:buNone/>
            </a:pPr>
            <a:r>
              <a:rPr lang="en" sz="1000">
                <a:solidFill>
                  <a:schemeClr val="dk1"/>
                </a:solidFill>
              </a:rPr>
              <a:t>boolean showPerspective = false;</a:t>
            </a:r>
            <a:endParaRPr sz="1000">
              <a:solidFill>
                <a:schemeClr val="dk1"/>
              </a:solidFill>
            </a:endParaRPr>
          </a:p>
          <a:p>
            <a:pPr indent="203200" lvl="0" marL="0" rtl="0" algn="l">
              <a:lnSpc>
                <a:spcPct val="100000"/>
              </a:lnSpc>
              <a:spcBef>
                <a:spcPts val="0"/>
              </a:spcBef>
              <a:spcAft>
                <a:spcPts val="0"/>
              </a:spcAft>
              <a:buClr>
                <a:schemeClr val="dk1"/>
              </a:buClr>
              <a:buSzPts val="1100"/>
              <a:buFont typeface="Arial"/>
              <a:buNone/>
            </a:pPr>
            <a:r>
              <a:t/>
            </a:r>
            <a:endParaRPr sz="1000">
              <a:solidFill>
                <a:schemeClr val="dk1"/>
              </a:solidFill>
            </a:endParaRPr>
          </a:p>
          <a:p>
            <a:pPr indent="203200" lvl="0" marL="0" rtl="0" algn="l">
              <a:lnSpc>
                <a:spcPct val="100000"/>
              </a:lnSpc>
              <a:spcBef>
                <a:spcPts val="0"/>
              </a:spcBef>
              <a:spcAft>
                <a:spcPts val="0"/>
              </a:spcAft>
              <a:buClr>
                <a:schemeClr val="dk1"/>
              </a:buClr>
              <a:buSzPts val="1100"/>
              <a:buFont typeface="Arial"/>
              <a:buNone/>
            </a:pPr>
            <a:r>
              <a:rPr lang="en" sz="1000">
                <a:solidFill>
                  <a:schemeClr val="dk1"/>
                </a:solidFill>
              </a:rPr>
              <a:t>void setup() {</a:t>
            </a:r>
            <a:endParaRPr sz="1000">
              <a:solidFill>
                <a:schemeClr val="dk1"/>
              </a:solidFill>
            </a:endParaRPr>
          </a:p>
          <a:p>
            <a:pPr indent="203200" lvl="0" marL="0" rtl="0" algn="l">
              <a:lnSpc>
                <a:spcPct val="100000"/>
              </a:lnSpc>
              <a:spcBef>
                <a:spcPts val="0"/>
              </a:spcBef>
              <a:spcAft>
                <a:spcPts val="0"/>
              </a:spcAft>
              <a:buClr>
                <a:schemeClr val="dk1"/>
              </a:buClr>
              <a:buSzPts val="1100"/>
              <a:buFont typeface="Arial"/>
              <a:buNone/>
            </a:pPr>
            <a:r>
              <a:rPr lang="en" sz="1000">
                <a:solidFill>
                  <a:schemeClr val="dk1"/>
                </a:solidFill>
              </a:rPr>
              <a:t>  size(600, 360, P3D);</a:t>
            </a:r>
            <a:endParaRPr sz="1000">
              <a:solidFill>
                <a:schemeClr val="dk1"/>
              </a:solidFill>
            </a:endParaRPr>
          </a:p>
          <a:p>
            <a:pPr indent="203200" lvl="0" marL="0" rtl="0" algn="l">
              <a:lnSpc>
                <a:spcPct val="100000"/>
              </a:lnSpc>
              <a:spcBef>
                <a:spcPts val="0"/>
              </a:spcBef>
              <a:spcAft>
                <a:spcPts val="0"/>
              </a:spcAft>
              <a:buClr>
                <a:schemeClr val="dk1"/>
              </a:buClr>
              <a:buSzPts val="1100"/>
              <a:buFont typeface="Arial"/>
              <a:buNone/>
            </a:pPr>
            <a:r>
              <a:rPr lang="en" sz="1000">
                <a:solidFill>
                  <a:schemeClr val="dk1"/>
                </a:solidFill>
              </a:rPr>
              <a:t>  noFill();</a:t>
            </a:r>
            <a:endParaRPr sz="1000">
              <a:solidFill>
                <a:schemeClr val="dk1"/>
              </a:solidFill>
            </a:endParaRPr>
          </a:p>
          <a:p>
            <a:pPr indent="203200" lvl="0" marL="0" rtl="0" algn="l">
              <a:lnSpc>
                <a:spcPct val="100000"/>
              </a:lnSpc>
              <a:spcBef>
                <a:spcPts val="0"/>
              </a:spcBef>
              <a:spcAft>
                <a:spcPts val="0"/>
              </a:spcAft>
              <a:buClr>
                <a:schemeClr val="dk1"/>
              </a:buClr>
              <a:buSzPts val="1100"/>
              <a:buFont typeface="Arial"/>
              <a:buNone/>
            </a:pPr>
            <a:r>
              <a:rPr lang="en" sz="1000">
                <a:solidFill>
                  <a:schemeClr val="dk1"/>
                </a:solidFill>
              </a:rPr>
              <a:t>  fill(255);</a:t>
            </a:r>
            <a:endParaRPr sz="1000">
              <a:solidFill>
                <a:schemeClr val="dk1"/>
              </a:solidFill>
            </a:endParaRPr>
          </a:p>
          <a:p>
            <a:pPr indent="203200" lvl="0" marL="0" rtl="0" algn="l">
              <a:lnSpc>
                <a:spcPct val="100000"/>
              </a:lnSpc>
              <a:spcBef>
                <a:spcPts val="0"/>
              </a:spcBef>
              <a:spcAft>
                <a:spcPts val="0"/>
              </a:spcAft>
              <a:buClr>
                <a:schemeClr val="dk1"/>
              </a:buClr>
              <a:buSzPts val="1100"/>
              <a:buFont typeface="Arial"/>
              <a:buNone/>
            </a:pPr>
            <a:r>
              <a:rPr lang="en" sz="1000">
                <a:solidFill>
                  <a:schemeClr val="dk1"/>
                </a:solidFill>
              </a:rPr>
              <a:t>  noStroke();</a:t>
            </a:r>
            <a:endParaRPr sz="1000">
              <a:solidFill>
                <a:schemeClr val="dk1"/>
              </a:solidFill>
            </a:endParaRPr>
          </a:p>
          <a:p>
            <a:pPr indent="203200" lvl="0" marL="0" rtl="0" algn="l">
              <a:lnSpc>
                <a:spcPct val="100000"/>
              </a:lnSpc>
              <a:spcBef>
                <a:spcPts val="0"/>
              </a:spcBef>
              <a:spcAft>
                <a:spcPts val="0"/>
              </a:spcAft>
              <a:buNone/>
            </a:pPr>
            <a:r>
              <a:rPr lang="en" sz="1000">
                <a:solidFill>
                  <a:schemeClr val="dk1"/>
                </a:solidFill>
              </a:rPr>
              <a:t>}</a:t>
            </a:r>
            <a:endParaRPr sz="1000"/>
          </a:p>
        </p:txBody>
      </p:sp>
      <p:sp>
        <p:nvSpPr>
          <p:cNvPr id="471" name="Google Shape;471;p6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72" name="Google Shape;472;p62"/>
          <p:cNvSpPr txBox="1"/>
          <p:nvPr>
            <p:ph idx="1" type="body"/>
          </p:nvPr>
        </p:nvSpPr>
        <p:spPr>
          <a:xfrm>
            <a:off x="4726250" y="1152475"/>
            <a:ext cx="4263000" cy="3416400"/>
          </a:xfrm>
          <a:prstGeom prst="rect">
            <a:avLst/>
          </a:prstGeom>
        </p:spPr>
        <p:txBody>
          <a:bodyPr anchorCtr="0" anchor="t" bIns="91425" lIns="91425" spcFirstLastPara="1" rIns="91425" wrap="square" tIns="91425">
            <a:noAutofit/>
          </a:bodyPr>
          <a:lstStyle/>
          <a:p>
            <a:pPr indent="203200" lvl="0" marL="0" rtl="0" algn="l">
              <a:lnSpc>
                <a:spcPct val="100000"/>
              </a:lnSpc>
              <a:spcBef>
                <a:spcPts val="0"/>
              </a:spcBef>
              <a:spcAft>
                <a:spcPts val="0"/>
              </a:spcAft>
              <a:buNone/>
            </a:pPr>
            <a:r>
              <a:rPr lang="en" sz="1000">
                <a:solidFill>
                  <a:schemeClr val="dk1"/>
                </a:solidFill>
              </a:rPr>
              <a:t>void draw() {</a:t>
            </a:r>
            <a:endParaRPr sz="1000">
              <a:solidFill>
                <a:schemeClr val="dk1"/>
              </a:solidFill>
            </a:endParaRPr>
          </a:p>
          <a:p>
            <a:pPr indent="203200" lvl="0" marL="0" rtl="0" algn="l">
              <a:lnSpc>
                <a:spcPct val="100000"/>
              </a:lnSpc>
              <a:spcBef>
                <a:spcPts val="0"/>
              </a:spcBef>
              <a:spcAft>
                <a:spcPts val="0"/>
              </a:spcAft>
              <a:buNone/>
            </a:pPr>
            <a:r>
              <a:rPr lang="en" sz="1000">
                <a:solidFill>
                  <a:schemeClr val="dk1"/>
                </a:solidFill>
              </a:rPr>
              <a:t>  lights();</a:t>
            </a:r>
            <a:endParaRPr sz="1000">
              <a:solidFill>
                <a:schemeClr val="dk1"/>
              </a:solidFill>
            </a:endParaRPr>
          </a:p>
          <a:p>
            <a:pPr indent="203200" lvl="0" marL="0" rtl="0" algn="l">
              <a:lnSpc>
                <a:spcPct val="100000"/>
              </a:lnSpc>
              <a:spcBef>
                <a:spcPts val="0"/>
              </a:spcBef>
              <a:spcAft>
                <a:spcPts val="0"/>
              </a:spcAft>
              <a:buNone/>
            </a:pPr>
            <a:r>
              <a:rPr lang="en" sz="1000">
                <a:solidFill>
                  <a:schemeClr val="dk1"/>
                </a:solidFill>
              </a:rPr>
              <a:t>  background(0);</a:t>
            </a:r>
            <a:endParaRPr sz="1000">
              <a:solidFill>
                <a:schemeClr val="dk1"/>
              </a:solidFill>
            </a:endParaRPr>
          </a:p>
          <a:p>
            <a:pPr indent="203200" lvl="0" marL="0" rtl="0" algn="l">
              <a:lnSpc>
                <a:spcPct val="100000"/>
              </a:lnSpc>
              <a:spcBef>
                <a:spcPts val="0"/>
              </a:spcBef>
              <a:spcAft>
                <a:spcPts val="0"/>
              </a:spcAft>
              <a:buNone/>
            </a:pPr>
            <a:r>
              <a:rPr lang="en" sz="1000">
                <a:solidFill>
                  <a:schemeClr val="dk1"/>
                </a:solidFill>
              </a:rPr>
              <a:t>  float far = map(mouseX, 0, width, 120, 400);</a:t>
            </a:r>
            <a:endParaRPr sz="1000">
              <a:solidFill>
                <a:schemeClr val="dk1"/>
              </a:solidFill>
            </a:endParaRPr>
          </a:p>
          <a:p>
            <a:pPr indent="203200" lvl="0" marL="0" rtl="0" algn="l">
              <a:lnSpc>
                <a:spcPct val="100000"/>
              </a:lnSpc>
              <a:spcBef>
                <a:spcPts val="0"/>
              </a:spcBef>
              <a:spcAft>
                <a:spcPts val="0"/>
              </a:spcAft>
              <a:buNone/>
            </a:pPr>
            <a:r>
              <a:rPr lang="en" sz="1000">
                <a:solidFill>
                  <a:schemeClr val="dk1"/>
                </a:solidFill>
              </a:rPr>
              <a:t>  if (showPerspective == true) {</a:t>
            </a:r>
            <a:endParaRPr sz="1000">
              <a:solidFill>
                <a:schemeClr val="dk1"/>
              </a:solidFill>
            </a:endParaRPr>
          </a:p>
          <a:p>
            <a:pPr indent="203200" lvl="0" marL="0" rtl="0" algn="l">
              <a:lnSpc>
                <a:spcPct val="100000"/>
              </a:lnSpc>
              <a:spcBef>
                <a:spcPts val="0"/>
              </a:spcBef>
              <a:spcAft>
                <a:spcPts val="0"/>
              </a:spcAft>
              <a:buNone/>
            </a:pPr>
            <a:r>
              <a:rPr lang="en" sz="1000">
                <a:solidFill>
                  <a:schemeClr val="dk1"/>
                </a:solidFill>
              </a:rPr>
              <a:t>    perspective(PI/3.0, float(width)/float(height), 10, far);</a:t>
            </a:r>
            <a:endParaRPr sz="1000">
              <a:solidFill>
                <a:schemeClr val="dk1"/>
              </a:solidFill>
            </a:endParaRPr>
          </a:p>
          <a:p>
            <a:pPr indent="203200" lvl="0" marL="0" rtl="0" algn="l">
              <a:lnSpc>
                <a:spcPct val="100000"/>
              </a:lnSpc>
              <a:spcBef>
                <a:spcPts val="0"/>
              </a:spcBef>
              <a:spcAft>
                <a:spcPts val="0"/>
              </a:spcAft>
              <a:buNone/>
            </a:pPr>
            <a:r>
              <a:rPr lang="en" sz="1000">
                <a:solidFill>
                  <a:schemeClr val="dk1"/>
                </a:solidFill>
              </a:rPr>
              <a:t>  } else {</a:t>
            </a:r>
            <a:endParaRPr sz="1000">
              <a:solidFill>
                <a:schemeClr val="dk1"/>
              </a:solidFill>
            </a:endParaRPr>
          </a:p>
          <a:p>
            <a:pPr indent="203200" lvl="0" marL="0" rtl="0" algn="l">
              <a:lnSpc>
                <a:spcPct val="100000"/>
              </a:lnSpc>
              <a:spcBef>
                <a:spcPts val="0"/>
              </a:spcBef>
              <a:spcAft>
                <a:spcPts val="0"/>
              </a:spcAft>
              <a:buNone/>
            </a:pPr>
            <a:r>
              <a:rPr lang="en" sz="1000">
                <a:solidFill>
                  <a:schemeClr val="dk1"/>
                </a:solidFill>
              </a:rPr>
              <a:t>    ortho(0, width, 0, height, 10, far);</a:t>
            </a:r>
            <a:endParaRPr sz="1000">
              <a:solidFill>
                <a:schemeClr val="dk1"/>
              </a:solidFill>
            </a:endParaRPr>
          </a:p>
          <a:p>
            <a:pPr indent="203200" lvl="0" marL="0" rtl="0" algn="l">
              <a:lnSpc>
                <a:spcPct val="100000"/>
              </a:lnSpc>
              <a:spcBef>
                <a:spcPts val="0"/>
              </a:spcBef>
              <a:spcAft>
                <a:spcPts val="0"/>
              </a:spcAft>
              <a:buNone/>
            </a:pPr>
            <a:r>
              <a:rPr lang="en" sz="1000">
                <a:solidFill>
                  <a:schemeClr val="dk1"/>
                </a:solidFill>
              </a:rPr>
              <a:t>  }</a:t>
            </a:r>
            <a:endParaRPr sz="1000">
              <a:solidFill>
                <a:schemeClr val="dk1"/>
              </a:solidFill>
            </a:endParaRPr>
          </a:p>
          <a:p>
            <a:pPr indent="203200" lvl="0" marL="0" rtl="0" algn="l">
              <a:lnSpc>
                <a:spcPct val="100000"/>
              </a:lnSpc>
              <a:spcBef>
                <a:spcPts val="0"/>
              </a:spcBef>
              <a:spcAft>
                <a:spcPts val="0"/>
              </a:spcAft>
              <a:buNone/>
            </a:pPr>
            <a:r>
              <a:rPr lang="en" sz="1000">
                <a:solidFill>
                  <a:schemeClr val="dk1"/>
                </a:solidFill>
              </a:rPr>
              <a:t>  translate(width/2, height/2, 0);</a:t>
            </a:r>
            <a:endParaRPr sz="1000">
              <a:solidFill>
                <a:schemeClr val="dk1"/>
              </a:solidFill>
            </a:endParaRPr>
          </a:p>
          <a:p>
            <a:pPr indent="203200" lvl="0" marL="0" rtl="0" algn="l">
              <a:lnSpc>
                <a:spcPct val="100000"/>
              </a:lnSpc>
              <a:spcBef>
                <a:spcPts val="0"/>
              </a:spcBef>
              <a:spcAft>
                <a:spcPts val="0"/>
              </a:spcAft>
              <a:buNone/>
            </a:pPr>
            <a:r>
              <a:rPr lang="en" sz="1000">
                <a:solidFill>
                  <a:schemeClr val="dk1"/>
                </a:solidFill>
              </a:rPr>
              <a:t>  rotateX(-PI/6);</a:t>
            </a:r>
            <a:endParaRPr sz="1000">
              <a:solidFill>
                <a:schemeClr val="dk1"/>
              </a:solidFill>
            </a:endParaRPr>
          </a:p>
          <a:p>
            <a:pPr indent="203200" lvl="0" marL="0" rtl="0" algn="l">
              <a:lnSpc>
                <a:spcPct val="100000"/>
              </a:lnSpc>
              <a:spcBef>
                <a:spcPts val="0"/>
              </a:spcBef>
              <a:spcAft>
                <a:spcPts val="0"/>
              </a:spcAft>
              <a:buNone/>
            </a:pPr>
            <a:r>
              <a:rPr lang="en" sz="1000">
                <a:solidFill>
                  <a:schemeClr val="dk1"/>
                </a:solidFill>
              </a:rPr>
              <a:t>  rotateY(PI/3);</a:t>
            </a:r>
            <a:endParaRPr sz="1000">
              <a:solidFill>
                <a:schemeClr val="dk1"/>
              </a:solidFill>
            </a:endParaRPr>
          </a:p>
          <a:p>
            <a:pPr indent="203200" lvl="0" marL="0" rtl="0" algn="l">
              <a:lnSpc>
                <a:spcPct val="100000"/>
              </a:lnSpc>
              <a:spcBef>
                <a:spcPts val="0"/>
              </a:spcBef>
              <a:spcAft>
                <a:spcPts val="0"/>
              </a:spcAft>
              <a:buNone/>
            </a:pPr>
            <a:r>
              <a:rPr lang="en" sz="1000">
                <a:solidFill>
                  <a:schemeClr val="dk1"/>
                </a:solidFill>
              </a:rPr>
              <a:t>  box(180);</a:t>
            </a:r>
            <a:endParaRPr sz="1000">
              <a:solidFill>
                <a:schemeClr val="dk1"/>
              </a:solidFill>
            </a:endParaRPr>
          </a:p>
          <a:p>
            <a:pPr indent="203200" lvl="0" marL="0" rtl="0" algn="l">
              <a:lnSpc>
                <a:spcPct val="100000"/>
              </a:lnSpc>
              <a:spcBef>
                <a:spcPts val="0"/>
              </a:spcBef>
              <a:spcAft>
                <a:spcPts val="0"/>
              </a:spcAft>
              <a:buNone/>
            </a:pPr>
            <a:r>
              <a:rPr lang="en" sz="1000">
                <a:solidFill>
                  <a:schemeClr val="dk1"/>
                </a:solidFill>
              </a:rPr>
              <a:t>}</a:t>
            </a:r>
            <a:endParaRPr sz="1000">
              <a:solidFill>
                <a:schemeClr val="dk1"/>
              </a:solidFill>
            </a:endParaRPr>
          </a:p>
          <a:p>
            <a:pPr indent="203200" lvl="0" marL="0" rtl="0" algn="l">
              <a:lnSpc>
                <a:spcPct val="100000"/>
              </a:lnSpc>
              <a:spcBef>
                <a:spcPts val="0"/>
              </a:spcBef>
              <a:spcAft>
                <a:spcPts val="0"/>
              </a:spcAft>
              <a:buNone/>
            </a:pPr>
            <a:r>
              <a:t/>
            </a:r>
            <a:endParaRPr sz="1000">
              <a:solidFill>
                <a:schemeClr val="dk1"/>
              </a:solidFill>
            </a:endParaRPr>
          </a:p>
          <a:p>
            <a:pPr indent="203200" lvl="0" marL="0" rtl="0" algn="l">
              <a:lnSpc>
                <a:spcPct val="100000"/>
              </a:lnSpc>
              <a:spcBef>
                <a:spcPts val="0"/>
              </a:spcBef>
              <a:spcAft>
                <a:spcPts val="0"/>
              </a:spcAft>
              <a:buNone/>
            </a:pPr>
            <a:r>
              <a:rPr lang="en" sz="1000">
                <a:solidFill>
                  <a:schemeClr val="dk1"/>
                </a:solidFill>
              </a:rPr>
              <a:t>void mousePressed() {</a:t>
            </a:r>
            <a:endParaRPr sz="1000">
              <a:solidFill>
                <a:schemeClr val="dk1"/>
              </a:solidFill>
            </a:endParaRPr>
          </a:p>
          <a:p>
            <a:pPr indent="203200" lvl="0" marL="0" rtl="0" algn="l">
              <a:lnSpc>
                <a:spcPct val="100000"/>
              </a:lnSpc>
              <a:spcBef>
                <a:spcPts val="0"/>
              </a:spcBef>
              <a:spcAft>
                <a:spcPts val="0"/>
              </a:spcAft>
              <a:buNone/>
            </a:pPr>
            <a:r>
              <a:rPr lang="en" sz="1000">
                <a:solidFill>
                  <a:schemeClr val="dk1"/>
                </a:solidFill>
              </a:rPr>
              <a:t>  showPerspective = !showPerspective;</a:t>
            </a:r>
            <a:endParaRPr sz="1000">
              <a:solidFill>
                <a:schemeClr val="dk1"/>
              </a:solidFill>
            </a:endParaRPr>
          </a:p>
          <a:p>
            <a:pPr indent="203200" lvl="0" marL="0" rtl="0" algn="l">
              <a:lnSpc>
                <a:spcPct val="100000"/>
              </a:lnSpc>
              <a:spcBef>
                <a:spcPts val="0"/>
              </a:spcBef>
              <a:spcAft>
                <a:spcPts val="0"/>
              </a:spcAft>
              <a:buNone/>
            </a:pPr>
            <a:r>
              <a:rPr lang="en" sz="1000">
                <a:solidFill>
                  <a:schemeClr val="dk1"/>
                </a:solidFill>
              </a:rPr>
              <a:t>}</a:t>
            </a:r>
            <a:endParaRPr sz="1000">
              <a:solidFill>
                <a:schemeClr val="dk1"/>
              </a:solidFill>
            </a:endParaRPr>
          </a:p>
          <a:p>
            <a:pPr indent="203200" lvl="0" marL="0" rtl="0" algn="l">
              <a:lnSpc>
                <a:spcPct val="100000"/>
              </a:lnSpc>
              <a:spcBef>
                <a:spcPts val="0"/>
              </a:spcBef>
              <a:spcAft>
                <a:spcPts val="0"/>
              </a:spcAft>
              <a:buNone/>
            </a:pPr>
            <a:r>
              <a:t/>
            </a:r>
            <a:endParaRPr sz="1000">
              <a:solidFill>
                <a:schemeClr val="dk1"/>
              </a:solidFill>
            </a:endParaRPr>
          </a:p>
          <a:p>
            <a:pPr indent="0" lvl="0" marL="0" rtl="0" algn="l">
              <a:lnSpc>
                <a:spcPct val="100000"/>
              </a:lnSpc>
              <a:spcBef>
                <a:spcPts val="0"/>
              </a:spcBef>
              <a:spcAft>
                <a:spcPts val="1600"/>
              </a:spcAft>
              <a:buNone/>
            </a:pPr>
            <a:r>
              <a:t/>
            </a:r>
            <a:endParaRPr sz="1000"/>
          </a:p>
        </p:txBody>
      </p:sp>
      <p:pic>
        <p:nvPicPr>
          <p:cNvPr id="473" name="Google Shape;473;p62"/>
          <p:cNvPicPr preferRelativeResize="0"/>
          <p:nvPr/>
        </p:nvPicPr>
        <p:blipFill>
          <a:blip r:embed="rId3">
            <a:alphaModFix/>
          </a:blip>
          <a:stretch>
            <a:fillRect/>
          </a:stretch>
        </p:blipFill>
        <p:spPr>
          <a:xfrm>
            <a:off x="6717625" y="2844575"/>
            <a:ext cx="2231050" cy="1492150"/>
          </a:xfrm>
          <a:prstGeom prst="rect">
            <a:avLst/>
          </a:prstGeom>
          <a:noFill/>
          <a:ln>
            <a:noFill/>
          </a:ln>
        </p:spPr>
      </p:pic>
      <p:pic>
        <p:nvPicPr>
          <p:cNvPr id="474" name="Google Shape;474;p62"/>
          <p:cNvPicPr preferRelativeResize="0"/>
          <p:nvPr/>
        </p:nvPicPr>
        <p:blipFill>
          <a:blip r:embed="rId4">
            <a:alphaModFix/>
          </a:blip>
          <a:stretch>
            <a:fillRect/>
          </a:stretch>
        </p:blipFill>
        <p:spPr>
          <a:xfrm>
            <a:off x="2527100" y="2844575"/>
            <a:ext cx="2231050" cy="1492148"/>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6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Camera lifts up</a:t>
            </a:r>
            <a:endParaRPr/>
          </a:p>
        </p:txBody>
      </p:sp>
      <p:sp>
        <p:nvSpPr>
          <p:cNvPr id="480" name="Google Shape;480;p6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203200" lvl="0" marL="0" rtl="0" algn="l">
              <a:spcBef>
                <a:spcPts val="0"/>
              </a:spcBef>
              <a:spcAft>
                <a:spcPts val="0"/>
              </a:spcAft>
              <a:buClr>
                <a:schemeClr val="dk1"/>
              </a:buClr>
              <a:buSzPts val="1100"/>
              <a:buFont typeface="Arial"/>
              <a:buNone/>
            </a:pPr>
            <a:r>
              <a:rPr lang="en" sz="1000">
                <a:solidFill>
                  <a:schemeClr val="dk1"/>
                </a:solidFill>
              </a:rPr>
              <a:t>// Move Eye. by Simon Greenwold.</a:t>
            </a:r>
            <a:endParaRPr sz="1000">
              <a:solidFill>
                <a:schemeClr val="dk1"/>
              </a:solidFill>
            </a:endParaRPr>
          </a:p>
          <a:p>
            <a:pPr indent="203200" lvl="0" marL="0" rtl="0" algn="l">
              <a:spcBef>
                <a:spcPts val="0"/>
              </a:spcBef>
              <a:spcAft>
                <a:spcPts val="0"/>
              </a:spcAft>
              <a:buClr>
                <a:schemeClr val="dk1"/>
              </a:buClr>
              <a:buSzPts val="1100"/>
              <a:buFont typeface="Arial"/>
              <a:buNone/>
            </a:pPr>
            <a:r>
              <a:rPr lang="en" sz="1000">
                <a:solidFill>
                  <a:schemeClr val="dk1"/>
                </a:solidFill>
              </a:rPr>
              <a:t>// The camera lifts up (controlled by mouseY) while looking at the same point.</a:t>
            </a:r>
            <a:endParaRPr sz="1000">
              <a:solidFill>
                <a:schemeClr val="dk1"/>
              </a:solidFill>
            </a:endParaRPr>
          </a:p>
          <a:p>
            <a:pPr indent="0" lvl="0" marL="0" rtl="0" algn="l">
              <a:spcBef>
                <a:spcPts val="0"/>
              </a:spcBef>
              <a:spcAft>
                <a:spcPts val="0"/>
              </a:spcAft>
              <a:buClr>
                <a:schemeClr val="dk1"/>
              </a:buClr>
              <a:buSzPts val="1100"/>
              <a:buFont typeface="Arial"/>
              <a:buNone/>
            </a:pPr>
            <a:r>
              <a:rPr lang="en" sz="1000">
                <a:solidFill>
                  <a:schemeClr val="dk1"/>
                </a:solidFill>
              </a:rPr>
              <a:t>     void setup() {</a:t>
            </a:r>
            <a:endParaRPr sz="1000">
              <a:solidFill>
                <a:schemeClr val="dk1"/>
              </a:solidFill>
            </a:endParaRPr>
          </a:p>
          <a:p>
            <a:pPr indent="203200" lvl="0" marL="0" rtl="0" algn="l">
              <a:spcBef>
                <a:spcPts val="0"/>
              </a:spcBef>
              <a:spcAft>
                <a:spcPts val="0"/>
              </a:spcAft>
              <a:buClr>
                <a:schemeClr val="dk1"/>
              </a:buClr>
              <a:buSzPts val="1100"/>
              <a:buFont typeface="Arial"/>
              <a:buNone/>
            </a:pPr>
            <a:r>
              <a:rPr lang="en" sz="1000">
                <a:solidFill>
                  <a:schemeClr val="dk1"/>
                </a:solidFill>
              </a:rPr>
              <a:t>  size(640, 360, P3D);</a:t>
            </a:r>
            <a:endParaRPr sz="1000">
              <a:solidFill>
                <a:schemeClr val="dk1"/>
              </a:solidFill>
            </a:endParaRPr>
          </a:p>
          <a:p>
            <a:pPr indent="203200" lvl="0" marL="0" rtl="0" algn="l">
              <a:spcBef>
                <a:spcPts val="0"/>
              </a:spcBef>
              <a:spcAft>
                <a:spcPts val="0"/>
              </a:spcAft>
              <a:buClr>
                <a:schemeClr val="dk1"/>
              </a:buClr>
              <a:buSzPts val="1100"/>
              <a:buFont typeface="Arial"/>
              <a:buNone/>
            </a:pPr>
            <a:r>
              <a:rPr lang="en" sz="1000">
                <a:solidFill>
                  <a:schemeClr val="dk1"/>
                </a:solidFill>
              </a:rPr>
              <a:t>  fill(204);</a:t>
            </a:r>
            <a:endParaRPr sz="1000">
              <a:solidFill>
                <a:schemeClr val="dk1"/>
              </a:solidFill>
            </a:endParaRPr>
          </a:p>
          <a:p>
            <a:pPr indent="203200" lvl="0" marL="0" rtl="0" algn="l">
              <a:spcBef>
                <a:spcPts val="0"/>
              </a:spcBef>
              <a:spcAft>
                <a:spcPts val="0"/>
              </a:spcAft>
              <a:buClr>
                <a:schemeClr val="dk1"/>
              </a:buClr>
              <a:buSzPts val="1100"/>
              <a:buFont typeface="Arial"/>
              <a:buNone/>
            </a:pPr>
            <a:r>
              <a:rPr lang="en" sz="1000">
                <a:solidFill>
                  <a:schemeClr val="dk1"/>
                </a:solidFill>
              </a:rPr>
              <a:t>}</a:t>
            </a:r>
            <a:endParaRPr sz="1000">
              <a:solidFill>
                <a:schemeClr val="dk1"/>
              </a:solidFill>
            </a:endParaRPr>
          </a:p>
          <a:p>
            <a:pPr indent="203200" lvl="0" marL="0" rtl="0" algn="l">
              <a:spcBef>
                <a:spcPts val="0"/>
              </a:spcBef>
              <a:spcAft>
                <a:spcPts val="0"/>
              </a:spcAft>
              <a:buClr>
                <a:schemeClr val="dk1"/>
              </a:buClr>
              <a:buSzPts val="1100"/>
              <a:buFont typeface="Arial"/>
              <a:buNone/>
            </a:pPr>
            <a:r>
              <a:t/>
            </a:r>
            <a:endParaRPr sz="1000">
              <a:solidFill>
                <a:schemeClr val="dk1"/>
              </a:solidFill>
            </a:endParaRPr>
          </a:p>
          <a:p>
            <a:pPr indent="203200" lvl="0" marL="0" rtl="0" algn="l">
              <a:spcBef>
                <a:spcPts val="0"/>
              </a:spcBef>
              <a:spcAft>
                <a:spcPts val="0"/>
              </a:spcAft>
              <a:buClr>
                <a:schemeClr val="dk1"/>
              </a:buClr>
              <a:buSzPts val="1100"/>
              <a:buFont typeface="Arial"/>
              <a:buNone/>
            </a:pPr>
            <a:r>
              <a:rPr lang="en" sz="1000">
                <a:solidFill>
                  <a:schemeClr val="dk1"/>
                </a:solidFill>
              </a:rPr>
              <a:t>void draw() {</a:t>
            </a:r>
            <a:endParaRPr sz="1000">
              <a:solidFill>
                <a:schemeClr val="dk1"/>
              </a:solidFill>
            </a:endParaRPr>
          </a:p>
          <a:p>
            <a:pPr indent="203200" lvl="0" marL="0" rtl="0" algn="l">
              <a:spcBef>
                <a:spcPts val="0"/>
              </a:spcBef>
              <a:spcAft>
                <a:spcPts val="0"/>
              </a:spcAft>
              <a:buClr>
                <a:schemeClr val="dk1"/>
              </a:buClr>
              <a:buSzPts val="1100"/>
              <a:buFont typeface="Arial"/>
              <a:buNone/>
            </a:pPr>
            <a:r>
              <a:rPr lang="en" sz="1000">
                <a:solidFill>
                  <a:schemeClr val="dk1"/>
                </a:solidFill>
              </a:rPr>
              <a:t>  lights();</a:t>
            </a:r>
            <a:endParaRPr sz="1000">
              <a:solidFill>
                <a:schemeClr val="dk1"/>
              </a:solidFill>
            </a:endParaRPr>
          </a:p>
          <a:p>
            <a:pPr indent="203200" lvl="0" marL="0" rtl="0" algn="l">
              <a:spcBef>
                <a:spcPts val="0"/>
              </a:spcBef>
              <a:spcAft>
                <a:spcPts val="0"/>
              </a:spcAft>
              <a:buClr>
                <a:schemeClr val="dk1"/>
              </a:buClr>
              <a:buSzPts val="1100"/>
              <a:buFont typeface="Arial"/>
              <a:buNone/>
            </a:pPr>
            <a:r>
              <a:rPr lang="en" sz="1000">
                <a:solidFill>
                  <a:schemeClr val="dk1"/>
                </a:solidFill>
              </a:rPr>
              <a:t>  background(0);</a:t>
            </a:r>
            <a:endParaRPr sz="1000">
              <a:solidFill>
                <a:schemeClr val="dk1"/>
              </a:solidFill>
            </a:endParaRPr>
          </a:p>
          <a:p>
            <a:pPr indent="203200" lvl="0" marL="0" rtl="0" algn="l">
              <a:spcBef>
                <a:spcPts val="0"/>
              </a:spcBef>
              <a:spcAft>
                <a:spcPts val="0"/>
              </a:spcAft>
              <a:buClr>
                <a:schemeClr val="dk1"/>
              </a:buClr>
              <a:buSzPts val="1100"/>
              <a:buFont typeface="Arial"/>
              <a:buNone/>
            </a:pPr>
            <a:r>
              <a:rPr lang="en" sz="1000">
                <a:solidFill>
                  <a:schemeClr val="dk1"/>
                </a:solidFill>
              </a:rPr>
              <a:t>  camera(30.0, mouseY, 220.0, // eyeX, eyeY, eyeZ</a:t>
            </a:r>
            <a:endParaRPr sz="1000">
              <a:solidFill>
                <a:schemeClr val="dk1"/>
              </a:solidFill>
            </a:endParaRPr>
          </a:p>
          <a:p>
            <a:pPr indent="203200" lvl="0" marL="0" rtl="0" algn="l">
              <a:spcBef>
                <a:spcPts val="0"/>
              </a:spcBef>
              <a:spcAft>
                <a:spcPts val="0"/>
              </a:spcAft>
              <a:buClr>
                <a:schemeClr val="dk1"/>
              </a:buClr>
              <a:buSzPts val="1100"/>
              <a:buFont typeface="Arial"/>
              <a:buNone/>
            </a:pPr>
            <a:r>
              <a:rPr lang="en" sz="1000">
                <a:solidFill>
                  <a:schemeClr val="dk1"/>
                </a:solidFill>
              </a:rPr>
              <a:t>         0.0, 0.0, 0.0, // centerX, centerY, centerZ</a:t>
            </a:r>
            <a:endParaRPr sz="1000">
              <a:solidFill>
                <a:schemeClr val="dk1"/>
              </a:solidFill>
            </a:endParaRPr>
          </a:p>
          <a:p>
            <a:pPr indent="203200" lvl="0" marL="0" rtl="0" algn="l">
              <a:spcBef>
                <a:spcPts val="0"/>
              </a:spcBef>
              <a:spcAft>
                <a:spcPts val="0"/>
              </a:spcAft>
              <a:buClr>
                <a:schemeClr val="dk1"/>
              </a:buClr>
              <a:buSzPts val="1100"/>
              <a:buFont typeface="Arial"/>
              <a:buNone/>
            </a:pPr>
            <a:r>
              <a:rPr lang="en" sz="1000">
                <a:solidFill>
                  <a:schemeClr val="dk1"/>
                </a:solidFill>
              </a:rPr>
              <a:t>         0.0, 1.0, 0.0); // upX, upY, upZ</a:t>
            </a:r>
            <a:endParaRPr sz="1000">
              <a:solidFill>
                <a:schemeClr val="dk1"/>
              </a:solidFill>
            </a:endParaRPr>
          </a:p>
          <a:p>
            <a:pPr indent="203200" lvl="0" marL="0" rtl="0" algn="l">
              <a:spcBef>
                <a:spcPts val="0"/>
              </a:spcBef>
              <a:spcAft>
                <a:spcPts val="0"/>
              </a:spcAft>
              <a:buClr>
                <a:schemeClr val="dk1"/>
              </a:buClr>
              <a:buSzPts val="1100"/>
              <a:buFont typeface="Arial"/>
              <a:buNone/>
            </a:pPr>
            <a:r>
              <a:rPr lang="en" sz="1000">
                <a:solidFill>
                  <a:schemeClr val="dk1"/>
                </a:solidFill>
              </a:rPr>
              <a:t>  noStroke();</a:t>
            </a:r>
            <a:endParaRPr sz="1000">
              <a:solidFill>
                <a:schemeClr val="dk1"/>
              </a:solidFill>
            </a:endParaRPr>
          </a:p>
          <a:p>
            <a:pPr indent="203200" lvl="0" marL="0" rtl="0" algn="l">
              <a:spcBef>
                <a:spcPts val="0"/>
              </a:spcBef>
              <a:spcAft>
                <a:spcPts val="0"/>
              </a:spcAft>
              <a:buClr>
                <a:schemeClr val="dk1"/>
              </a:buClr>
              <a:buSzPts val="1100"/>
              <a:buFont typeface="Arial"/>
              <a:buNone/>
            </a:pPr>
            <a:r>
              <a:rPr lang="en" sz="1000">
                <a:solidFill>
                  <a:schemeClr val="dk1"/>
                </a:solidFill>
              </a:rPr>
              <a:t>  box(90);</a:t>
            </a:r>
            <a:endParaRPr sz="1000">
              <a:solidFill>
                <a:schemeClr val="dk1"/>
              </a:solidFill>
            </a:endParaRPr>
          </a:p>
          <a:p>
            <a:pPr indent="203200" lvl="0" marL="0" rtl="0" algn="l">
              <a:spcBef>
                <a:spcPts val="0"/>
              </a:spcBef>
              <a:spcAft>
                <a:spcPts val="0"/>
              </a:spcAft>
              <a:buClr>
                <a:schemeClr val="dk1"/>
              </a:buClr>
              <a:buSzPts val="1100"/>
              <a:buFont typeface="Arial"/>
              <a:buNone/>
            </a:pPr>
            <a:r>
              <a:rPr lang="en" sz="1000">
                <a:solidFill>
                  <a:schemeClr val="dk1"/>
                </a:solidFill>
              </a:rPr>
              <a:t>  stroke(255);</a:t>
            </a:r>
            <a:endParaRPr sz="1000">
              <a:solidFill>
                <a:schemeClr val="dk1"/>
              </a:solidFill>
            </a:endParaRPr>
          </a:p>
          <a:p>
            <a:pPr indent="203200" lvl="0" marL="0" rtl="0" algn="l">
              <a:spcBef>
                <a:spcPts val="0"/>
              </a:spcBef>
              <a:spcAft>
                <a:spcPts val="0"/>
              </a:spcAft>
              <a:buClr>
                <a:schemeClr val="dk1"/>
              </a:buClr>
              <a:buSzPts val="1100"/>
              <a:buFont typeface="Arial"/>
              <a:buNone/>
            </a:pPr>
            <a:r>
              <a:rPr lang="en" sz="1000">
                <a:solidFill>
                  <a:schemeClr val="dk1"/>
                </a:solidFill>
              </a:rPr>
              <a:t>  line(-100, 0, 0, 100, 0, 0);</a:t>
            </a:r>
            <a:endParaRPr sz="1000">
              <a:solidFill>
                <a:schemeClr val="dk1"/>
              </a:solidFill>
            </a:endParaRPr>
          </a:p>
          <a:p>
            <a:pPr indent="203200" lvl="0" marL="0" rtl="0" algn="l">
              <a:spcBef>
                <a:spcPts val="0"/>
              </a:spcBef>
              <a:spcAft>
                <a:spcPts val="0"/>
              </a:spcAft>
              <a:buClr>
                <a:schemeClr val="dk1"/>
              </a:buClr>
              <a:buSzPts val="1100"/>
              <a:buFont typeface="Arial"/>
              <a:buNone/>
            </a:pPr>
            <a:r>
              <a:rPr lang="en" sz="1000">
                <a:solidFill>
                  <a:schemeClr val="dk1"/>
                </a:solidFill>
              </a:rPr>
              <a:t>  line(0, -100, 0, 0, 100, 0);</a:t>
            </a:r>
            <a:endParaRPr sz="1000">
              <a:solidFill>
                <a:schemeClr val="dk1"/>
              </a:solidFill>
            </a:endParaRPr>
          </a:p>
          <a:p>
            <a:pPr indent="203200" lvl="0" marL="0" rtl="0" algn="l">
              <a:spcBef>
                <a:spcPts val="0"/>
              </a:spcBef>
              <a:spcAft>
                <a:spcPts val="0"/>
              </a:spcAft>
              <a:buClr>
                <a:schemeClr val="dk1"/>
              </a:buClr>
              <a:buSzPts val="1100"/>
              <a:buFont typeface="Arial"/>
              <a:buNone/>
            </a:pPr>
            <a:r>
              <a:rPr lang="en" sz="1000">
                <a:solidFill>
                  <a:schemeClr val="dk1"/>
                </a:solidFill>
              </a:rPr>
              <a:t>  line(0, 0, -100, 0, 0, 100);</a:t>
            </a:r>
            <a:endParaRPr sz="1000">
              <a:solidFill>
                <a:schemeClr val="dk1"/>
              </a:solidFill>
            </a:endParaRPr>
          </a:p>
          <a:p>
            <a:pPr indent="203200" lvl="0" marL="0" rtl="0" algn="l">
              <a:spcBef>
                <a:spcPts val="0"/>
              </a:spcBef>
              <a:spcAft>
                <a:spcPts val="0"/>
              </a:spcAft>
              <a:buClr>
                <a:schemeClr val="dk1"/>
              </a:buClr>
              <a:buSzPts val="1100"/>
              <a:buFont typeface="Arial"/>
              <a:buNone/>
            </a:pPr>
            <a:r>
              <a:rPr lang="en" sz="1000">
                <a:solidFill>
                  <a:schemeClr val="dk1"/>
                </a:solidFill>
              </a:rPr>
              <a:t>}</a:t>
            </a:r>
            <a:endParaRPr sz="1000">
              <a:solidFill>
                <a:schemeClr val="dk1"/>
              </a:solidFill>
            </a:endParaRPr>
          </a:p>
          <a:p>
            <a:pPr indent="0" lvl="0" marL="0" rtl="0" algn="l">
              <a:spcBef>
                <a:spcPts val="0"/>
              </a:spcBef>
              <a:spcAft>
                <a:spcPts val="1600"/>
              </a:spcAft>
              <a:buNone/>
            </a:pPr>
            <a:r>
              <a:t/>
            </a:r>
            <a:endParaRPr sz="1000"/>
          </a:p>
        </p:txBody>
      </p:sp>
      <p:sp>
        <p:nvSpPr>
          <p:cNvPr id="481" name="Google Shape;481;p6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482" name="Google Shape;482;p63"/>
          <p:cNvPicPr preferRelativeResize="0"/>
          <p:nvPr/>
        </p:nvPicPr>
        <p:blipFill>
          <a:blip r:embed="rId3">
            <a:alphaModFix/>
          </a:blip>
          <a:stretch>
            <a:fillRect/>
          </a:stretch>
        </p:blipFill>
        <p:spPr>
          <a:xfrm>
            <a:off x="5056500" y="2707650"/>
            <a:ext cx="2623749" cy="164875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pic>
        <p:nvPicPr>
          <p:cNvPr id="487" name="Google Shape;487;p64"/>
          <p:cNvPicPr preferRelativeResize="0"/>
          <p:nvPr/>
        </p:nvPicPr>
        <p:blipFill>
          <a:blip r:embed="rId3">
            <a:alphaModFix/>
          </a:blip>
          <a:stretch>
            <a:fillRect/>
          </a:stretch>
        </p:blipFill>
        <p:spPr>
          <a:xfrm>
            <a:off x="6409575" y="1903800"/>
            <a:ext cx="2422725" cy="1650875"/>
          </a:xfrm>
          <a:prstGeom prst="rect">
            <a:avLst/>
          </a:prstGeom>
          <a:noFill/>
          <a:ln>
            <a:noFill/>
          </a:ln>
        </p:spPr>
      </p:pic>
      <p:sp>
        <p:nvSpPr>
          <p:cNvPr id="488" name="Google Shape;488;p6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Texture Mapping</a:t>
            </a:r>
            <a:endParaRPr/>
          </a:p>
        </p:txBody>
      </p:sp>
      <p:sp>
        <p:nvSpPr>
          <p:cNvPr id="489" name="Google Shape;489;p6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17500" lvl="0" marL="457200" rtl="0" algn="l">
              <a:lnSpc>
                <a:spcPct val="100000"/>
              </a:lnSpc>
              <a:spcBef>
                <a:spcPts val="0"/>
              </a:spcBef>
              <a:spcAft>
                <a:spcPts val="0"/>
              </a:spcAft>
              <a:buClr>
                <a:schemeClr val="dk1"/>
              </a:buClr>
              <a:buSzPts val="1400"/>
              <a:buChar char="●"/>
            </a:pPr>
            <a:r>
              <a:rPr lang="en" sz="1400">
                <a:solidFill>
                  <a:schemeClr val="dk1"/>
                </a:solidFill>
              </a:rPr>
              <a:t>Definition : A 2-dimensional (2D) texture map is an image that is applied to one side of a 3-dimensional polygon.</a:t>
            </a:r>
            <a:endParaRPr sz="1400">
              <a:solidFill>
                <a:schemeClr val="dk1"/>
              </a:solidFill>
            </a:endParaRPr>
          </a:p>
          <a:p>
            <a:pPr indent="0" lvl="0" marL="0" rtl="0" algn="l">
              <a:lnSpc>
                <a:spcPct val="100000"/>
              </a:lnSpc>
              <a:spcBef>
                <a:spcPts val="0"/>
              </a:spcBef>
              <a:spcAft>
                <a:spcPts val="0"/>
              </a:spcAft>
              <a:buNone/>
            </a:pPr>
            <a:r>
              <a:t/>
            </a:r>
            <a:endParaRPr sz="1400">
              <a:solidFill>
                <a:schemeClr val="dk1"/>
              </a:solidFill>
            </a:endParaRPr>
          </a:p>
          <a:p>
            <a:pPr indent="-317500" lvl="0" marL="457200" rtl="0" algn="l">
              <a:lnSpc>
                <a:spcPct val="100000"/>
              </a:lnSpc>
              <a:spcBef>
                <a:spcPts val="0"/>
              </a:spcBef>
              <a:spcAft>
                <a:spcPts val="0"/>
              </a:spcAft>
              <a:buClr>
                <a:schemeClr val="dk1"/>
              </a:buClr>
              <a:buSzPts val="1400"/>
              <a:buChar char="●"/>
            </a:pPr>
            <a:r>
              <a:rPr lang="en" sz="1400">
                <a:solidFill>
                  <a:schemeClr val="dk1"/>
                </a:solidFill>
              </a:rPr>
              <a:t>Problems :</a:t>
            </a:r>
            <a:endParaRPr sz="1400">
              <a:solidFill>
                <a:schemeClr val="dk1"/>
              </a:solidFill>
            </a:endParaRPr>
          </a:p>
          <a:p>
            <a:pPr indent="457200" lvl="0" marL="0" rtl="0" algn="l">
              <a:lnSpc>
                <a:spcPct val="100000"/>
              </a:lnSpc>
              <a:spcBef>
                <a:spcPts val="0"/>
              </a:spcBef>
              <a:spcAft>
                <a:spcPts val="0"/>
              </a:spcAft>
              <a:buNone/>
            </a:pPr>
            <a:r>
              <a:rPr lang="en" sz="1400">
                <a:solidFill>
                  <a:schemeClr val="dk1"/>
                </a:solidFill>
              </a:rPr>
              <a:t>The image and the 3D polygon typically do not have the same shape </a:t>
            </a:r>
            <a:endParaRPr sz="1400">
              <a:solidFill>
                <a:schemeClr val="dk1"/>
              </a:solidFill>
            </a:endParaRPr>
          </a:p>
          <a:p>
            <a:pPr indent="457200" lvl="0" marL="0" rtl="0" algn="l">
              <a:lnSpc>
                <a:spcPct val="100000"/>
              </a:lnSpc>
              <a:spcBef>
                <a:spcPts val="0"/>
              </a:spcBef>
              <a:spcAft>
                <a:spcPts val="0"/>
              </a:spcAft>
              <a:buClr>
                <a:schemeClr val="dk1"/>
              </a:buClr>
              <a:buSzPts val="1100"/>
              <a:buFont typeface="Arial"/>
              <a:buNone/>
            </a:pPr>
            <a:r>
              <a:rPr lang="en" sz="1400">
                <a:solidFill>
                  <a:schemeClr val="dk1"/>
                </a:solidFill>
              </a:rPr>
              <a:t>(most polygons are not rectangles).</a:t>
            </a:r>
            <a:endParaRPr sz="1400">
              <a:solidFill>
                <a:schemeClr val="dk1"/>
              </a:solidFill>
            </a:endParaRPr>
          </a:p>
          <a:p>
            <a:pPr indent="457200" lvl="0" marL="0" rtl="0" algn="l">
              <a:lnSpc>
                <a:spcPct val="100000"/>
              </a:lnSpc>
              <a:spcBef>
                <a:spcPts val="0"/>
              </a:spcBef>
              <a:spcAft>
                <a:spcPts val="0"/>
              </a:spcAft>
              <a:buNone/>
            </a:pPr>
            <a:r>
              <a:rPr lang="en" sz="1400">
                <a:solidFill>
                  <a:schemeClr val="dk1"/>
                </a:solidFill>
              </a:rPr>
              <a:t>The image and the 3D polygon typically do not have the same size</a:t>
            </a:r>
            <a:endParaRPr sz="1400">
              <a:solidFill>
                <a:schemeClr val="dk1"/>
              </a:solidFill>
            </a:endParaRPr>
          </a:p>
          <a:p>
            <a:pPr indent="457200" lvl="0" marL="0" rtl="0" algn="l">
              <a:lnSpc>
                <a:spcPct val="100000"/>
              </a:lnSpc>
              <a:spcBef>
                <a:spcPts val="0"/>
              </a:spcBef>
              <a:spcAft>
                <a:spcPts val="0"/>
              </a:spcAft>
              <a:buNone/>
            </a:pPr>
            <a:r>
              <a:t/>
            </a:r>
            <a:endParaRPr sz="1400">
              <a:solidFill>
                <a:schemeClr val="dk1"/>
              </a:solidFill>
            </a:endParaRPr>
          </a:p>
          <a:p>
            <a:pPr indent="-317500" lvl="0" marL="457200" rtl="0" algn="l">
              <a:lnSpc>
                <a:spcPct val="100000"/>
              </a:lnSpc>
              <a:spcBef>
                <a:spcPts val="0"/>
              </a:spcBef>
              <a:spcAft>
                <a:spcPts val="0"/>
              </a:spcAft>
              <a:buClr>
                <a:schemeClr val="dk1"/>
              </a:buClr>
              <a:buSzPts val="1400"/>
              <a:buChar char="●"/>
            </a:pPr>
            <a:r>
              <a:rPr lang="en" sz="1400">
                <a:solidFill>
                  <a:schemeClr val="dk1"/>
                </a:solidFill>
              </a:rPr>
              <a:t>Solution : </a:t>
            </a:r>
            <a:endParaRPr sz="1400">
              <a:solidFill>
                <a:schemeClr val="dk1"/>
              </a:solidFill>
            </a:endParaRPr>
          </a:p>
          <a:p>
            <a:pPr indent="457200" lvl="0" marL="0" rtl="0" algn="l">
              <a:lnSpc>
                <a:spcPct val="100000"/>
              </a:lnSpc>
              <a:spcBef>
                <a:spcPts val="0"/>
              </a:spcBef>
              <a:spcAft>
                <a:spcPts val="0"/>
              </a:spcAft>
              <a:buNone/>
            </a:pPr>
            <a:r>
              <a:rPr lang="en" sz="1400">
                <a:solidFill>
                  <a:schemeClr val="dk1"/>
                </a:solidFill>
              </a:rPr>
              <a:t>specify the </a:t>
            </a:r>
            <a:r>
              <a:rPr i="1" lang="en" sz="1400">
                <a:solidFill>
                  <a:schemeClr val="dk1"/>
                </a:solidFill>
              </a:rPr>
              <a:t>portion</a:t>
            </a:r>
            <a:r>
              <a:rPr lang="en" sz="1400">
                <a:solidFill>
                  <a:schemeClr val="dk1"/>
                </a:solidFill>
              </a:rPr>
              <a:t> of the image that is to be used to "paint" the polygon. </a:t>
            </a:r>
            <a:endParaRPr sz="1400">
              <a:solidFill>
                <a:schemeClr val="dk1"/>
              </a:solidFill>
            </a:endParaRPr>
          </a:p>
          <a:p>
            <a:pPr indent="457200" lvl="0" marL="0" rtl="0" algn="l">
              <a:lnSpc>
                <a:spcPct val="100000"/>
              </a:lnSpc>
              <a:spcBef>
                <a:spcPts val="0"/>
              </a:spcBef>
              <a:spcAft>
                <a:spcPts val="0"/>
              </a:spcAft>
              <a:buNone/>
            </a:pPr>
            <a:r>
              <a:rPr lang="en" sz="1400">
                <a:solidFill>
                  <a:schemeClr val="dk1"/>
                </a:solidFill>
              </a:rPr>
              <a:t>Since we need to specify a subset of the whole image, </a:t>
            </a:r>
            <a:endParaRPr sz="1400">
              <a:solidFill>
                <a:schemeClr val="dk1"/>
              </a:solidFill>
            </a:endParaRPr>
          </a:p>
          <a:p>
            <a:pPr indent="457200" lvl="0" marL="0" rtl="0" algn="l">
              <a:lnSpc>
                <a:spcPct val="100000"/>
              </a:lnSpc>
              <a:spcBef>
                <a:spcPts val="0"/>
              </a:spcBef>
              <a:spcAft>
                <a:spcPts val="0"/>
              </a:spcAft>
              <a:buNone/>
            </a:pPr>
            <a:r>
              <a:rPr lang="en" sz="1400">
                <a:solidFill>
                  <a:schemeClr val="dk1"/>
                </a:solidFill>
              </a:rPr>
              <a:t>it is natural to use percentages of the image dimensions. </a:t>
            </a:r>
            <a:endParaRPr sz="1400">
              <a:solidFill>
                <a:schemeClr val="dk1"/>
              </a:solidFill>
            </a:endParaRPr>
          </a:p>
          <a:p>
            <a:pPr indent="457200" lvl="0" marL="0" rtl="0" algn="l">
              <a:lnSpc>
                <a:spcPct val="100000"/>
              </a:lnSpc>
              <a:spcBef>
                <a:spcPts val="0"/>
              </a:spcBef>
              <a:spcAft>
                <a:spcPts val="0"/>
              </a:spcAft>
              <a:buNone/>
            </a:pPr>
            <a:r>
              <a:rPr lang="en" sz="1400">
                <a:solidFill>
                  <a:schemeClr val="dk1"/>
                </a:solidFill>
              </a:rPr>
              <a:t>The percentages are specified as values between 0 (0%) and 1.0 (100%).</a:t>
            </a:r>
            <a:endParaRPr sz="1400"/>
          </a:p>
        </p:txBody>
      </p:sp>
      <p:sp>
        <p:nvSpPr>
          <p:cNvPr id="490" name="Google Shape;490;p6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6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texture</a:t>
            </a:r>
            <a:endParaRPr/>
          </a:p>
        </p:txBody>
      </p:sp>
      <p:sp>
        <p:nvSpPr>
          <p:cNvPr id="496" name="Google Shape;496;p6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950">
                <a:solidFill>
                  <a:srgbClr val="252525"/>
                </a:solidFill>
                <a:highlight>
                  <a:srgbClr val="FFFFFF"/>
                </a:highlight>
                <a:latin typeface="Georgia"/>
                <a:ea typeface="Georgia"/>
                <a:cs typeface="Georgia"/>
                <a:sym typeface="Georgia"/>
              </a:rPr>
              <a:t>Examples</a:t>
            </a:r>
            <a:endParaRPr b="1" sz="950">
              <a:solidFill>
                <a:srgbClr val="252525"/>
              </a:solidFill>
              <a:highlight>
                <a:srgbClr val="FFFFFF"/>
              </a:highlight>
              <a:latin typeface="Georgia"/>
              <a:ea typeface="Georgia"/>
              <a:cs typeface="Georgia"/>
              <a:sym typeface="Georgia"/>
            </a:endParaRPr>
          </a:p>
          <a:p>
            <a:pPr indent="457200" lvl="0" marL="0" rtl="0" algn="l">
              <a:lnSpc>
                <a:spcPct val="100000"/>
              </a:lnSpc>
              <a:spcBef>
                <a:spcPts val="0"/>
              </a:spcBef>
              <a:spcAft>
                <a:spcPts val="0"/>
              </a:spcAft>
              <a:buNone/>
            </a:pPr>
            <a:r>
              <a:rPr lang="en" sz="850">
                <a:solidFill>
                  <a:srgbClr val="000000"/>
                </a:solidFill>
                <a:highlight>
                  <a:srgbClr val="FFFFFF"/>
                </a:highlight>
                <a:latin typeface="Courier New"/>
                <a:ea typeface="Courier New"/>
                <a:cs typeface="Courier New"/>
                <a:sym typeface="Courier New"/>
              </a:rPr>
              <a:t>size(100, 100, P3D);</a:t>
            </a:r>
            <a:br>
              <a:rPr lang="en" sz="850">
                <a:solidFill>
                  <a:srgbClr val="000000"/>
                </a:solidFill>
                <a:highlight>
                  <a:srgbClr val="FFFFFF"/>
                </a:highlight>
                <a:latin typeface="Courier New"/>
                <a:ea typeface="Courier New"/>
                <a:cs typeface="Courier New"/>
                <a:sym typeface="Courier New"/>
              </a:rPr>
            </a:br>
            <a:r>
              <a:rPr lang="en" sz="850">
                <a:solidFill>
                  <a:srgbClr val="000000"/>
                </a:solidFill>
                <a:highlight>
                  <a:srgbClr val="FFFFFF"/>
                </a:highlight>
                <a:latin typeface="Courier New"/>
                <a:ea typeface="Courier New"/>
                <a:cs typeface="Courier New"/>
                <a:sym typeface="Courier New"/>
              </a:rPr>
              <a:t>	noStroke();</a:t>
            </a:r>
            <a:br>
              <a:rPr lang="en" sz="850">
                <a:solidFill>
                  <a:srgbClr val="000000"/>
                </a:solidFill>
                <a:highlight>
                  <a:srgbClr val="FFFFFF"/>
                </a:highlight>
                <a:latin typeface="Courier New"/>
                <a:ea typeface="Courier New"/>
                <a:cs typeface="Courier New"/>
                <a:sym typeface="Courier New"/>
              </a:rPr>
            </a:br>
            <a:r>
              <a:rPr lang="en" sz="850">
                <a:solidFill>
                  <a:srgbClr val="000000"/>
                </a:solidFill>
                <a:highlight>
                  <a:srgbClr val="FFFFFF"/>
                </a:highlight>
                <a:latin typeface="Courier New"/>
                <a:ea typeface="Courier New"/>
                <a:cs typeface="Courier New"/>
                <a:sym typeface="Courier New"/>
              </a:rPr>
              <a:t>	PImage img = loadImage("laDefense.jpg");</a:t>
            </a:r>
            <a:br>
              <a:rPr lang="en" sz="850">
                <a:solidFill>
                  <a:srgbClr val="000000"/>
                </a:solidFill>
                <a:highlight>
                  <a:srgbClr val="FFFFFF"/>
                </a:highlight>
                <a:latin typeface="Courier New"/>
                <a:ea typeface="Courier New"/>
                <a:cs typeface="Courier New"/>
                <a:sym typeface="Courier New"/>
              </a:rPr>
            </a:br>
            <a:r>
              <a:rPr lang="en" sz="850">
                <a:solidFill>
                  <a:srgbClr val="000000"/>
                </a:solidFill>
                <a:highlight>
                  <a:srgbClr val="FFFFFF"/>
                </a:highlight>
                <a:latin typeface="Courier New"/>
                <a:ea typeface="Courier New"/>
                <a:cs typeface="Courier New"/>
                <a:sym typeface="Courier New"/>
              </a:rPr>
              <a:t>	beginShape();</a:t>
            </a:r>
            <a:br>
              <a:rPr lang="en" sz="850">
                <a:solidFill>
                  <a:srgbClr val="000000"/>
                </a:solidFill>
                <a:highlight>
                  <a:srgbClr val="FFFFFF"/>
                </a:highlight>
                <a:latin typeface="Courier New"/>
                <a:ea typeface="Courier New"/>
                <a:cs typeface="Courier New"/>
                <a:sym typeface="Courier New"/>
              </a:rPr>
            </a:br>
            <a:r>
              <a:rPr lang="en" sz="850">
                <a:solidFill>
                  <a:srgbClr val="000000"/>
                </a:solidFill>
                <a:highlight>
                  <a:srgbClr val="FFFFFF"/>
                </a:highlight>
                <a:latin typeface="Courier New"/>
                <a:ea typeface="Courier New"/>
                <a:cs typeface="Courier New"/>
                <a:sym typeface="Courier New"/>
              </a:rPr>
              <a:t>	texture(img);</a:t>
            </a:r>
            <a:br>
              <a:rPr lang="en" sz="850">
                <a:solidFill>
                  <a:srgbClr val="000000"/>
                </a:solidFill>
                <a:highlight>
                  <a:srgbClr val="FFFFFF"/>
                </a:highlight>
                <a:latin typeface="Courier New"/>
                <a:ea typeface="Courier New"/>
                <a:cs typeface="Courier New"/>
                <a:sym typeface="Courier New"/>
              </a:rPr>
            </a:br>
            <a:r>
              <a:rPr lang="en" sz="850">
                <a:solidFill>
                  <a:srgbClr val="000000"/>
                </a:solidFill>
                <a:highlight>
                  <a:srgbClr val="FFFFFF"/>
                </a:highlight>
                <a:latin typeface="Courier New"/>
                <a:ea typeface="Courier New"/>
                <a:cs typeface="Courier New"/>
                <a:sym typeface="Courier New"/>
              </a:rPr>
              <a:t>	vertex(10, 20, 0, 0);</a:t>
            </a:r>
            <a:br>
              <a:rPr lang="en" sz="850">
                <a:solidFill>
                  <a:srgbClr val="000000"/>
                </a:solidFill>
                <a:highlight>
                  <a:srgbClr val="FFFFFF"/>
                </a:highlight>
                <a:latin typeface="Courier New"/>
                <a:ea typeface="Courier New"/>
                <a:cs typeface="Courier New"/>
                <a:sym typeface="Courier New"/>
              </a:rPr>
            </a:br>
            <a:r>
              <a:rPr lang="en" sz="850">
                <a:solidFill>
                  <a:srgbClr val="000000"/>
                </a:solidFill>
                <a:highlight>
                  <a:srgbClr val="FFFFFF"/>
                </a:highlight>
                <a:latin typeface="Courier New"/>
                <a:ea typeface="Courier New"/>
                <a:cs typeface="Courier New"/>
                <a:sym typeface="Courier New"/>
              </a:rPr>
              <a:t>	vertex(80, 5, 100, 0);</a:t>
            </a:r>
            <a:br>
              <a:rPr lang="en" sz="850">
                <a:solidFill>
                  <a:srgbClr val="000000"/>
                </a:solidFill>
                <a:highlight>
                  <a:srgbClr val="FFFFFF"/>
                </a:highlight>
                <a:latin typeface="Courier New"/>
                <a:ea typeface="Courier New"/>
                <a:cs typeface="Courier New"/>
                <a:sym typeface="Courier New"/>
              </a:rPr>
            </a:br>
            <a:r>
              <a:rPr lang="en" sz="850">
                <a:solidFill>
                  <a:srgbClr val="000000"/>
                </a:solidFill>
                <a:highlight>
                  <a:srgbClr val="FFFFFF"/>
                </a:highlight>
                <a:latin typeface="Courier New"/>
                <a:ea typeface="Courier New"/>
                <a:cs typeface="Courier New"/>
                <a:sym typeface="Courier New"/>
              </a:rPr>
              <a:t>	vertex(95, 90, 100, 100);</a:t>
            </a:r>
            <a:br>
              <a:rPr lang="en" sz="850">
                <a:solidFill>
                  <a:srgbClr val="000000"/>
                </a:solidFill>
                <a:highlight>
                  <a:srgbClr val="FFFFFF"/>
                </a:highlight>
                <a:latin typeface="Courier New"/>
                <a:ea typeface="Courier New"/>
                <a:cs typeface="Courier New"/>
                <a:sym typeface="Courier New"/>
              </a:rPr>
            </a:br>
            <a:r>
              <a:rPr lang="en" sz="850">
                <a:solidFill>
                  <a:srgbClr val="000000"/>
                </a:solidFill>
                <a:highlight>
                  <a:srgbClr val="FFFFFF"/>
                </a:highlight>
                <a:latin typeface="Courier New"/>
                <a:ea typeface="Courier New"/>
                <a:cs typeface="Courier New"/>
                <a:sym typeface="Courier New"/>
              </a:rPr>
              <a:t>	vertex(40, 95, 0, 100);</a:t>
            </a:r>
            <a:br>
              <a:rPr lang="en" sz="850">
                <a:solidFill>
                  <a:srgbClr val="000000"/>
                </a:solidFill>
                <a:highlight>
                  <a:srgbClr val="FFFFFF"/>
                </a:highlight>
                <a:latin typeface="Courier New"/>
                <a:ea typeface="Courier New"/>
                <a:cs typeface="Courier New"/>
                <a:sym typeface="Courier New"/>
              </a:rPr>
            </a:br>
            <a:r>
              <a:rPr lang="en" sz="850">
                <a:solidFill>
                  <a:srgbClr val="000000"/>
                </a:solidFill>
                <a:highlight>
                  <a:srgbClr val="FFFFFF"/>
                </a:highlight>
                <a:latin typeface="Courier New"/>
                <a:ea typeface="Courier New"/>
                <a:cs typeface="Courier New"/>
                <a:sym typeface="Courier New"/>
              </a:rPr>
              <a:t>	endShape();</a:t>
            </a:r>
            <a:endParaRPr sz="850">
              <a:solidFill>
                <a:srgbClr val="000000"/>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950">
                <a:solidFill>
                  <a:srgbClr val="252525"/>
                </a:solidFill>
                <a:highlight>
                  <a:srgbClr val="FFFFFF"/>
                </a:highlight>
                <a:latin typeface="Georgia"/>
                <a:ea typeface="Georgia"/>
                <a:cs typeface="Georgia"/>
                <a:sym typeface="Georgia"/>
              </a:rPr>
              <a:t>Description</a:t>
            </a:r>
            <a:endParaRPr b="1" sz="950">
              <a:solidFill>
                <a:srgbClr val="252525"/>
              </a:solidFill>
              <a:highlight>
                <a:srgbClr val="FFFFFF"/>
              </a:highlight>
              <a:latin typeface="Georgia"/>
              <a:ea typeface="Georgia"/>
              <a:cs typeface="Georgia"/>
              <a:sym typeface="Georgia"/>
            </a:endParaRPr>
          </a:p>
          <a:p>
            <a:pPr indent="0" lvl="0" marL="0" rtl="0" algn="l">
              <a:lnSpc>
                <a:spcPct val="100000"/>
              </a:lnSpc>
              <a:spcBef>
                <a:spcPts val="0"/>
              </a:spcBef>
              <a:spcAft>
                <a:spcPts val="0"/>
              </a:spcAft>
              <a:buNone/>
            </a:pPr>
            <a:r>
              <a:rPr lang="en" sz="950">
                <a:solidFill>
                  <a:srgbClr val="252525"/>
                </a:solidFill>
                <a:highlight>
                  <a:srgbClr val="FFFFFF"/>
                </a:highlight>
                <a:latin typeface="Georgia"/>
                <a:ea typeface="Georgia"/>
                <a:cs typeface="Georgia"/>
                <a:sym typeface="Georgia"/>
              </a:rPr>
              <a:t>Sets a texture to be applied to vertex points. The </a:t>
            </a:r>
            <a:r>
              <a:rPr lang="en" sz="850">
                <a:solidFill>
                  <a:srgbClr val="252525"/>
                </a:solidFill>
                <a:highlight>
                  <a:srgbClr val="FFFFFF"/>
                </a:highlight>
                <a:latin typeface="Courier New"/>
                <a:ea typeface="Courier New"/>
                <a:cs typeface="Courier New"/>
                <a:sym typeface="Courier New"/>
              </a:rPr>
              <a:t>texture()</a:t>
            </a:r>
            <a:r>
              <a:rPr lang="en" sz="950">
                <a:solidFill>
                  <a:srgbClr val="252525"/>
                </a:solidFill>
                <a:highlight>
                  <a:srgbClr val="FFFFFF"/>
                </a:highlight>
                <a:latin typeface="Georgia"/>
                <a:ea typeface="Georgia"/>
                <a:cs typeface="Georgia"/>
                <a:sym typeface="Georgia"/>
              </a:rPr>
              <a:t> function must be called between </a:t>
            </a:r>
            <a:r>
              <a:rPr lang="en" sz="850">
                <a:solidFill>
                  <a:srgbClr val="252525"/>
                </a:solidFill>
                <a:highlight>
                  <a:srgbClr val="FFFFFF"/>
                </a:highlight>
                <a:latin typeface="Courier New"/>
                <a:ea typeface="Courier New"/>
                <a:cs typeface="Courier New"/>
                <a:sym typeface="Courier New"/>
              </a:rPr>
              <a:t>beginShape()</a:t>
            </a:r>
            <a:r>
              <a:rPr lang="en" sz="950">
                <a:solidFill>
                  <a:srgbClr val="252525"/>
                </a:solidFill>
                <a:highlight>
                  <a:srgbClr val="FFFFFF"/>
                </a:highlight>
                <a:latin typeface="Georgia"/>
                <a:ea typeface="Georgia"/>
                <a:cs typeface="Georgia"/>
                <a:sym typeface="Georgia"/>
              </a:rPr>
              <a:t> and </a:t>
            </a:r>
            <a:r>
              <a:rPr lang="en" sz="850">
                <a:solidFill>
                  <a:srgbClr val="252525"/>
                </a:solidFill>
                <a:highlight>
                  <a:srgbClr val="FFFFFF"/>
                </a:highlight>
                <a:latin typeface="Courier New"/>
                <a:ea typeface="Courier New"/>
                <a:cs typeface="Courier New"/>
                <a:sym typeface="Courier New"/>
              </a:rPr>
              <a:t>endShape()</a:t>
            </a:r>
            <a:r>
              <a:rPr lang="en" sz="950">
                <a:solidFill>
                  <a:srgbClr val="252525"/>
                </a:solidFill>
                <a:highlight>
                  <a:srgbClr val="FFFFFF"/>
                </a:highlight>
                <a:latin typeface="Georgia"/>
                <a:ea typeface="Georgia"/>
                <a:cs typeface="Georgia"/>
                <a:sym typeface="Georgia"/>
              </a:rPr>
              <a:t> and before any calls to </a:t>
            </a:r>
            <a:r>
              <a:rPr lang="en" sz="850">
                <a:solidFill>
                  <a:srgbClr val="252525"/>
                </a:solidFill>
                <a:highlight>
                  <a:srgbClr val="FFFFFF"/>
                </a:highlight>
                <a:latin typeface="Courier New"/>
                <a:ea typeface="Courier New"/>
                <a:cs typeface="Courier New"/>
                <a:sym typeface="Courier New"/>
              </a:rPr>
              <a:t>vertex()</a:t>
            </a:r>
            <a:r>
              <a:rPr lang="en" sz="950">
                <a:solidFill>
                  <a:srgbClr val="252525"/>
                </a:solidFill>
                <a:highlight>
                  <a:srgbClr val="FFFFFF"/>
                </a:highlight>
                <a:latin typeface="Georgia"/>
                <a:ea typeface="Georgia"/>
                <a:cs typeface="Georgia"/>
                <a:sym typeface="Georgia"/>
              </a:rPr>
              <a:t>. This function only works with the P2D and P3D renderers.</a:t>
            </a:r>
            <a:endParaRPr sz="950">
              <a:solidFill>
                <a:srgbClr val="252525"/>
              </a:solidFill>
              <a:highlight>
                <a:srgbClr val="FFFFFF"/>
              </a:highlight>
              <a:latin typeface="Georgia"/>
              <a:ea typeface="Georgia"/>
              <a:cs typeface="Georgia"/>
              <a:sym typeface="Georgia"/>
            </a:endParaRPr>
          </a:p>
          <a:p>
            <a:pPr indent="0" lvl="0" marL="0" rtl="0" algn="l">
              <a:lnSpc>
                <a:spcPct val="100000"/>
              </a:lnSpc>
              <a:spcBef>
                <a:spcPts val="0"/>
              </a:spcBef>
              <a:spcAft>
                <a:spcPts val="0"/>
              </a:spcAft>
              <a:buNone/>
            </a:pPr>
            <a:r>
              <a:rPr lang="en" sz="950">
                <a:solidFill>
                  <a:srgbClr val="252525"/>
                </a:solidFill>
                <a:highlight>
                  <a:srgbClr val="FFFFFF"/>
                </a:highlight>
                <a:latin typeface="Georgia"/>
                <a:ea typeface="Georgia"/>
                <a:cs typeface="Georgia"/>
                <a:sym typeface="Georgia"/>
              </a:rPr>
              <a:t>When textures are in use, the fill color is ignored. Instead, use </a:t>
            </a:r>
            <a:r>
              <a:rPr lang="en" sz="850">
                <a:solidFill>
                  <a:srgbClr val="252525"/>
                </a:solidFill>
                <a:highlight>
                  <a:srgbClr val="FFFFFF"/>
                </a:highlight>
                <a:latin typeface="Courier New"/>
                <a:ea typeface="Courier New"/>
                <a:cs typeface="Courier New"/>
                <a:sym typeface="Courier New"/>
              </a:rPr>
              <a:t>tint()</a:t>
            </a:r>
            <a:r>
              <a:rPr lang="en" sz="950">
                <a:solidFill>
                  <a:srgbClr val="252525"/>
                </a:solidFill>
                <a:highlight>
                  <a:srgbClr val="FFFFFF"/>
                </a:highlight>
                <a:latin typeface="Georgia"/>
                <a:ea typeface="Georgia"/>
                <a:cs typeface="Georgia"/>
                <a:sym typeface="Georgia"/>
              </a:rPr>
              <a:t> to specify the color of the texture as it is applied to the shape.</a:t>
            </a:r>
            <a:endParaRPr sz="950">
              <a:solidFill>
                <a:srgbClr val="252525"/>
              </a:solidFill>
              <a:highlight>
                <a:srgbClr val="FFFFFF"/>
              </a:highlight>
              <a:latin typeface="Georgia"/>
              <a:ea typeface="Georgia"/>
              <a:cs typeface="Georgia"/>
              <a:sym typeface="Georgia"/>
            </a:endParaRPr>
          </a:p>
          <a:p>
            <a:pPr indent="0" lvl="0" marL="0" rtl="0" algn="l">
              <a:lnSpc>
                <a:spcPct val="100000"/>
              </a:lnSpc>
              <a:spcBef>
                <a:spcPts val="0"/>
              </a:spcBef>
              <a:spcAft>
                <a:spcPts val="0"/>
              </a:spcAft>
              <a:buNone/>
            </a:pPr>
            <a:r>
              <a:rPr b="1" lang="en" sz="950">
                <a:solidFill>
                  <a:srgbClr val="252525"/>
                </a:solidFill>
                <a:highlight>
                  <a:srgbClr val="FFFFFF"/>
                </a:highlight>
                <a:latin typeface="Georgia"/>
                <a:ea typeface="Georgia"/>
                <a:cs typeface="Georgia"/>
                <a:sym typeface="Georgia"/>
              </a:rPr>
              <a:t>Syntax</a:t>
            </a:r>
            <a:endParaRPr b="1" sz="950">
              <a:solidFill>
                <a:srgbClr val="252525"/>
              </a:solidFill>
              <a:highlight>
                <a:srgbClr val="FFFFFF"/>
              </a:highlight>
              <a:latin typeface="Georgia"/>
              <a:ea typeface="Georgia"/>
              <a:cs typeface="Georgia"/>
              <a:sym typeface="Georgia"/>
            </a:endParaRPr>
          </a:p>
          <a:p>
            <a:pPr indent="457200" lvl="0" marL="0" rtl="0" algn="l">
              <a:lnSpc>
                <a:spcPct val="100000"/>
              </a:lnSpc>
              <a:spcBef>
                <a:spcPts val="0"/>
              </a:spcBef>
              <a:spcAft>
                <a:spcPts val="0"/>
              </a:spcAft>
              <a:buNone/>
            </a:pPr>
            <a:r>
              <a:rPr lang="en" sz="850">
                <a:solidFill>
                  <a:srgbClr val="000000"/>
                </a:solidFill>
                <a:highlight>
                  <a:srgbClr val="FFFFFF"/>
                </a:highlight>
                <a:latin typeface="Courier New"/>
                <a:ea typeface="Courier New"/>
                <a:cs typeface="Courier New"/>
                <a:sym typeface="Courier New"/>
              </a:rPr>
              <a:t>texture(image)</a:t>
            </a:r>
            <a:endParaRPr sz="850">
              <a:solidFill>
                <a:srgbClr val="000000"/>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950">
                <a:solidFill>
                  <a:srgbClr val="252525"/>
                </a:solidFill>
                <a:highlight>
                  <a:srgbClr val="FFFFFF"/>
                </a:highlight>
                <a:latin typeface="Georgia"/>
                <a:ea typeface="Georgia"/>
                <a:cs typeface="Georgia"/>
                <a:sym typeface="Georgia"/>
              </a:rPr>
              <a:t>Parameters</a:t>
            </a:r>
            <a:endParaRPr b="1" sz="950">
              <a:solidFill>
                <a:srgbClr val="252525"/>
              </a:solidFill>
              <a:highlight>
                <a:srgbClr val="FFFFFF"/>
              </a:highlight>
              <a:latin typeface="Georgia"/>
              <a:ea typeface="Georgia"/>
              <a:cs typeface="Georgia"/>
              <a:sym typeface="Georgia"/>
            </a:endParaRPr>
          </a:p>
          <a:p>
            <a:pPr indent="457200" lvl="0" marL="0" rtl="0" algn="l">
              <a:lnSpc>
                <a:spcPct val="100000"/>
              </a:lnSpc>
              <a:spcBef>
                <a:spcPts val="0"/>
              </a:spcBef>
              <a:spcAft>
                <a:spcPts val="0"/>
              </a:spcAft>
              <a:buNone/>
            </a:pPr>
            <a:r>
              <a:rPr b="1" lang="en" sz="800">
                <a:solidFill>
                  <a:srgbClr val="252525"/>
                </a:solidFill>
                <a:highlight>
                  <a:srgbClr val="FFFFFF"/>
                </a:highlight>
                <a:latin typeface="Courier New"/>
                <a:ea typeface="Courier New"/>
                <a:cs typeface="Courier New"/>
                <a:sym typeface="Courier New"/>
              </a:rPr>
              <a:t>Image PImage : reference to a PImage object</a:t>
            </a:r>
            <a:endParaRPr b="1" sz="800">
              <a:solidFill>
                <a:srgbClr val="252525"/>
              </a:solidFill>
              <a:highlight>
                <a:srgbClr val="FFFFFF"/>
              </a:highlight>
              <a:latin typeface="Courier New"/>
              <a:ea typeface="Courier New"/>
              <a:cs typeface="Courier New"/>
              <a:sym typeface="Courier New"/>
            </a:endParaRPr>
          </a:p>
          <a:p>
            <a:pPr indent="0" lvl="0" marL="0" rtl="0" algn="l">
              <a:spcBef>
                <a:spcPts val="0"/>
              </a:spcBef>
              <a:spcAft>
                <a:spcPts val="1600"/>
              </a:spcAft>
              <a:buNone/>
            </a:pPr>
            <a:r>
              <a:t/>
            </a:r>
            <a:endParaRPr/>
          </a:p>
        </p:txBody>
      </p:sp>
      <p:sp>
        <p:nvSpPr>
          <p:cNvPr id="497" name="Google Shape;497;p6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6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textureMode</a:t>
            </a:r>
            <a:endParaRPr/>
          </a:p>
        </p:txBody>
      </p:sp>
      <p:sp>
        <p:nvSpPr>
          <p:cNvPr id="503" name="Google Shape;503;p6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950">
                <a:solidFill>
                  <a:srgbClr val="252525"/>
                </a:solidFill>
                <a:highlight>
                  <a:srgbClr val="FFFFFF"/>
                </a:highlight>
                <a:latin typeface="Georgia"/>
                <a:ea typeface="Georgia"/>
                <a:cs typeface="Georgia"/>
                <a:sym typeface="Georgia"/>
              </a:rPr>
              <a:t>Examples</a:t>
            </a:r>
            <a:endParaRPr b="1" sz="950">
              <a:solidFill>
                <a:srgbClr val="252525"/>
              </a:solidFill>
              <a:highlight>
                <a:srgbClr val="FFFFFF"/>
              </a:highlight>
              <a:latin typeface="Georgia"/>
              <a:ea typeface="Georgia"/>
              <a:cs typeface="Georgia"/>
              <a:sym typeface="Georgia"/>
            </a:endParaRPr>
          </a:p>
          <a:p>
            <a:pPr indent="0" lvl="0" marL="0" rtl="0" algn="l">
              <a:spcBef>
                <a:spcPts val="0"/>
              </a:spcBef>
              <a:spcAft>
                <a:spcPts val="0"/>
              </a:spcAft>
              <a:buNone/>
            </a:pPr>
            <a:r>
              <a:t/>
            </a:r>
            <a:endParaRPr b="1" sz="950">
              <a:solidFill>
                <a:srgbClr val="252525"/>
              </a:solidFill>
              <a:highlight>
                <a:srgbClr val="FFFFFF"/>
              </a:highlight>
              <a:latin typeface="Georgia"/>
              <a:ea typeface="Georgia"/>
              <a:cs typeface="Georgia"/>
              <a:sym typeface="Georgia"/>
            </a:endParaRPr>
          </a:p>
          <a:p>
            <a:pPr indent="0" lvl="0" marL="0" rtl="0" algn="l">
              <a:spcBef>
                <a:spcPts val="0"/>
              </a:spcBef>
              <a:spcAft>
                <a:spcPts val="0"/>
              </a:spcAft>
              <a:buNone/>
            </a:pPr>
            <a:r>
              <a:t/>
            </a:r>
            <a:endParaRPr b="1" sz="950">
              <a:solidFill>
                <a:srgbClr val="252525"/>
              </a:solidFill>
              <a:highlight>
                <a:srgbClr val="FFFFFF"/>
              </a:highlight>
              <a:latin typeface="Georgia"/>
              <a:ea typeface="Georgia"/>
              <a:cs typeface="Georgia"/>
              <a:sym typeface="Georgia"/>
            </a:endParaRPr>
          </a:p>
          <a:p>
            <a:pPr indent="0" lvl="0" marL="0" rtl="0" algn="l">
              <a:spcBef>
                <a:spcPts val="0"/>
              </a:spcBef>
              <a:spcAft>
                <a:spcPts val="0"/>
              </a:spcAft>
              <a:buNone/>
            </a:pPr>
            <a:r>
              <a:t/>
            </a:r>
            <a:endParaRPr b="1" sz="950">
              <a:solidFill>
                <a:srgbClr val="252525"/>
              </a:solidFill>
              <a:highlight>
                <a:srgbClr val="FFFFFF"/>
              </a:highlight>
              <a:latin typeface="Georgia"/>
              <a:ea typeface="Georgia"/>
              <a:cs typeface="Georgia"/>
              <a:sym typeface="Georgia"/>
            </a:endParaRPr>
          </a:p>
          <a:p>
            <a:pPr indent="0" lvl="0" marL="0" rtl="0" algn="l">
              <a:spcBef>
                <a:spcPts val="0"/>
              </a:spcBef>
              <a:spcAft>
                <a:spcPts val="0"/>
              </a:spcAft>
              <a:buNone/>
            </a:pPr>
            <a:r>
              <a:t/>
            </a:r>
            <a:endParaRPr b="1" sz="950">
              <a:solidFill>
                <a:srgbClr val="252525"/>
              </a:solidFill>
              <a:highlight>
                <a:srgbClr val="FFFFFF"/>
              </a:highlight>
              <a:latin typeface="Georgia"/>
              <a:ea typeface="Georgia"/>
              <a:cs typeface="Georgia"/>
              <a:sym typeface="Georgia"/>
            </a:endParaRPr>
          </a:p>
          <a:p>
            <a:pPr indent="0" lvl="0" marL="0" rtl="0" algn="l">
              <a:spcBef>
                <a:spcPts val="0"/>
              </a:spcBef>
              <a:spcAft>
                <a:spcPts val="0"/>
              </a:spcAft>
              <a:buNone/>
            </a:pPr>
            <a:r>
              <a:t/>
            </a:r>
            <a:endParaRPr b="1" sz="950">
              <a:solidFill>
                <a:srgbClr val="252525"/>
              </a:solidFill>
              <a:highlight>
                <a:srgbClr val="FFFFFF"/>
              </a:highlight>
              <a:latin typeface="Georgia"/>
              <a:ea typeface="Georgia"/>
              <a:cs typeface="Georgia"/>
              <a:sym typeface="Georgia"/>
            </a:endParaRPr>
          </a:p>
          <a:p>
            <a:pPr indent="0" lvl="0" marL="0" rtl="0" algn="l">
              <a:spcBef>
                <a:spcPts val="0"/>
              </a:spcBef>
              <a:spcAft>
                <a:spcPts val="0"/>
              </a:spcAft>
              <a:buNone/>
            </a:pPr>
            <a:r>
              <a:t/>
            </a:r>
            <a:endParaRPr b="1" sz="950">
              <a:solidFill>
                <a:srgbClr val="252525"/>
              </a:solidFill>
              <a:highlight>
                <a:srgbClr val="FFFFFF"/>
              </a:highlight>
              <a:latin typeface="Georgia"/>
              <a:ea typeface="Georgia"/>
              <a:cs typeface="Georgia"/>
              <a:sym typeface="Georgia"/>
            </a:endParaRPr>
          </a:p>
          <a:p>
            <a:pPr indent="0" lvl="0" marL="0" rtl="0" algn="l">
              <a:spcBef>
                <a:spcPts val="0"/>
              </a:spcBef>
              <a:spcAft>
                <a:spcPts val="0"/>
              </a:spcAft>
              <a:buNone/>
            </a:pPr>
            <a:r>
              <a:t/>
            </a:r>
            <a:endParaRPr b="1" sz="950">
              <a:solidFill>
                <a:srgbClr val="252525"/>
              </a:solidFill>
              <a:highlight>
                <a:srgbClr val="FFFFFF"/>
              </a:highlight>
              <a:latin typeface="Georgia"/>
              <a:ea typeface="Georgia"/>
              <a:cs typeface="Georgia"/>
              <a:sym typeface="Georgia"/>
            </a:endParaRPr>
          </a:p>
          <a:p>
            <a:pPr indent="0" lvl="0" marL="0" rtl="0" algn="l">
              <a:spcBef>
                <a:spcPts val="0"/>
              </a:spcBef>
              <a:spcAft>
                <a:spcPts val="0"/>
              </a:spcAft>
              <a:buNone/>
            </a:pPr>
            <a:r>
              <a:t/>
            </a:r>
            <a:endParaRPr b="1" sz="950">
              <a:solidFill>
                <a:srgbClr val="252525"/>
              </a:solidFill>
              <a:highlight>
                <a:srgbClr val="FFFFFF"/>
              </a:highlight>
              <a:latin typeface="Georgia"/>
              <a:ea typeface="Georgia"/>
              <a:cs typeface="Georgia"/>
              <a:sym typeface="Georgia"/>
            </a:endParaRPr>
          </a:p>
          <a:p>
            <a:pPr indent="0" lvl="0" marL="0" rtl="0" algn="l">
              <a:spcBef>
                <a:spcPts val="0"/>
              </a:spcBef>
              <a:spcAft>
                <a:spcPts val="0"/>
              </a:spcAft>
              <a:buNone/>
            </a:pPr>
            <a:r>
              <a:t/>
            </a:r>
            <a:endParaRPr b="1" sz="950">
              <a:solidFill>
                <a:srgbClr val="252525"/>
              </a:solidFill>
              <a:highlight>
                <a:srgbClr val="FFFFFF"/>
              </a:highlight>
              <a:latin typeface="Georgia"/>
              <a:ea typeface="Georgia"/>
              <a:cs typeface="Georgia"/>
              <a:sym typeface="Georgia"/>
            </a:endParaRPr>
          </a:p>
          <a:p>
            <a:pPr indent="0" lvl="0" marL="0" rtl="0" algn="l">
              <a:spcBef>
                <a:spcPts val="0"/>
              </a:spcBef>
              <a:spcAft>
                <a:spcPts val="0"/>
              </a:spcAft>
              <a:buNone/>
            </a:pPr>
            <a:r>
              <a:rPr b="1" lang="en" sz="950">
                <a:solidFill>
                  <a:srgbClr val="252525"/>
                </a:solidFill>
                <a:highlight>
                  <a:srgbClr val="FFFFFF"/>
                </a:highlight>
                <a:latin typeface="Georgia"/>
                <a:ea typeface="Georgia"/>
                <a:cs typeface="Georgia"/>
                <a:sym typeface="Georgia"/>
              </a:rPr>
              <a:t>Description</a:t>
            </a:r>
            <a:endParaRPr b="1" sz="950">
              <a:solidFill>
                <a:srgbClr val="252525"/>
              </a:solidFill>
              <a:highlight>
                <a:srgbClr val="FFFFFF"/>
              </a:highlight>
              <a:latin typeface="Georgia"/>
              <a:ea typeface="Georgia"/>
              <a:cs typeface="Georgia"/>
              <a:sym typeface="Georgia"/>
            </a:endParaRPr>
          </a:p>
          <a:p>
            <a:pPr indent="0" lvl="0" marL="0" rtl="0" algn="l">
              <a:spcBef>
                <a:spcPts val="0"/>
              </a:spcBef>
              <a:spcAft>
                <a:spcPts val="0"/>
              </a:spcAft>
              <a:buNone/>
            </a:pPr>
            <a:r>
              <a:rPr lang="en" sz="950">
                <a:solidFill>
                  <a:srgbClr val="252525"/>
                </a:solidFill>
                <a:highlight>
                  <a:srgbClr val="FFFFFF"/>
                </a:highlight>
                <a:latin typeface="Georgia"/>
                <a:ea typeface="Georgia"/>
                <a:cs typeface="Georgia"/>
                <a:sym typeface="Georgia"/>
              </a:rPr>
              <a:t>Sets the coordinate space for texture mapping. The default mode is </a:t>
            </a:r>
            <a:r>
              <a:rPr lang="en" sz="850">
                <a:solidFill>
                  <a:srgbClr val="252525"/>
                </a:solidFill>
                <a:highlight>
                  <a:srgbClr val="FFFFFF"/>
                </a:highlight>
                <a:latin typeface="Courier New"/>
                <a:ea typeface="Courier New"/>
                <a:cs typeface="Courier New"/>
                <a:sym typeface="Courier New"/>
              </a:rPr>
              <a:t>IMAGE</a:t>
            </a:r>
            <a:r>
              <a:rPr lang="en" sz="950">
                <a:solidFill>
                  <a:srgbClr val="252525"/>
                </a:solidFill>
                <a:highlight>
                  <a:srgbClr val="FFFFFF"/>
                </a:highlight>
                <a:latin typeface="Georgia"/>
                <a:ea typeface="Georgia"/>
                <a:cs typeface="Georgia"/>
                <a:sym typeface="Georgia"/>
              </a:rPr>
              <a:t>, which refers to the actual coordinates of the image. </a:t>
            </a:r>
            <a:r>
              <a:rPr lang="en" sz="850">
                <a:solidFill>
                  <a:srgbClr val="252525"/>
                </a:solidFill>
                <a:highlight>
                  <a:srgbClr val="FFFFFF"/>
                </a:highlight>
                <a:latin typeface="Courier New"/>
                <a:ea typeface="Courier New"/>
                <a:cs typeface="Courier New"/>
                <a:sym typeface="Courier New"/>
              </a:rPr>
              <a:t>NORMAL</a:t>
            </a:r>
            <a:r>
              <a:rPr lang="en" sz="950">
                <a:solidFill>
                  <a:srgbClr val="252525"/>
                </a:solidFill>
                <a:highlight>
                  <a:srgbClr val="FFFFFF"/>
                </a:highlight>
                <a:latin typeface="Georgia"/>
                <a:ea typeface="Georgia"/>
                <a:cs typeface="Georgia"/>
                <a:sym typeface="Georgia"/>
              </a:rPr>
              <a:t> refers to a normalized space of values ranging from 0 to 1. This function only works with the P2D and P3D renderers.</a:t>
            </a:r>
            <a:endParaRPr sz="950">
              <a:solidFill>
                <a:srgbClr val="252525"/>
              </a:solidFill>
              <a:highlight>
                <a:srgbClr val="FFFFFF"/>
              </a:highlight>
              <a:latin typeface="Georgia"/>
              <a:ea typeface="Georgia"/>
              <a:cs typeface="Georgia"/>
              <a:sym typeface="Georgia"/>
            </a:endParaRPr>
          </a:p>
          <a:p>
            <a:pPr indent="0" lvl="0" marL="0" rtl="0" algn="l">
              <a:spcBef>
                <a:spcPts val="0"/>
              </a:spcBef>
              <a:spcAft>
                <a:spcPts val="0"/>
              </a:spcAft>
              <a:buNone/>
            </a:pPr>
            <a:r>
              <a:rPr lang="en" sz="950">
                <a:solidFill>
                  <a:srgbClr val="252525"/>
                </a:solidFill>
                <a:highlight>
                  <a:srgbClr val="FFFFFF"/>
                </a:highlight>
                <a:latin typeface="Georgia"/>
                <a:ea typeface="Georgia"/>
                <a:cs typeface="Georgia"/>
                <a:sym typeface="Georgia"/>
              </a:rPr>
              <a:t>With </a:t>
            </a:r>
            <a:r>
              <a:rPr lang="en" sz="850">
                <a:solidFill>
                  <a:srgbClr val="252525"/>
                </a:solidFill>
                <a:highlight>
                  <a:srgbClr val="FFFFFF"/>
                </a:highlight>
                <a:latin typeface="Courier New"/>
                <a:ea typeface="Courier New"/>
                <a:cs typeface="Courier New"/>
                <a:sym typeface="Courier New"/>
              </a:rPr>
              <a:t>IMAGE</a:t>
            </a:r>
            <a:r>
              <a:rPr lang="en" sz="950">
                <a:solidFill>
                  <a:srgbClr val="252525"/>
                </a:solidFill>
                <a:highlight>
                  <a:srgbClr val="FFFFFF"/>
                </a:highlight>
                <a:latin typeface="Georgia"/>
                <a:ea typeface="Georgia"/>
                <a:cs typeface="Georgia"/>
                <a:sym typeface="Georgia"/>
              </a:rPr>
              <a:t>, if an image is 100 x 200 pixels, mapping the image onto the entire size of a quad would require the points (0,0) (100, 0) (100,200) (0,200). The same mapping in </a:t>
            </a:r>
            <a:r>
              <a:rPr lang="en" sz="850">
                <a:solidFill>
                  <a:srgbClr val="252525"/>
                </a:solidFill>
                <a:highlight>
                  <a:srgbClr val="FFFFFF"/>
                </a:highlight>
                <a:latin typeface="Courier New"/>
                <a:ea typeface="Courier New"/>
                <a:cs typeface="Courier New"/>
                <a:sym typeface="Courier New"/>
              </a:rPr>
              <a:t>NORMAL</a:t>
            </a:r>
            <a:r>
              <a:rPr lang="en" sz="950">
                <a:solidFill>
                  <a:srgbClr val="252525"/>
                </a:solidFill>
                <a:highlight>
                  <a:srgbClr val="FFFFFF"/>
                </a:highlight>
                <a:latin typeface="Georgia"/>
                <a:ea typeface="Georgia"/>
                <a:cs typeface="Georgia"/>
                <a:sym typeface="Georgia"/>
              </a:rPr>
              <a:t> is (0,0) (1,0) (1,1) (0,1).</a:t>
            </a:r>
            <a:endParaRPr sz="950">
              <a:solidFill>
                <a:srgbClr val="252525"/>
              </a:solidFill>
              <a:highlight>
                <a:srgbClr val="FFFFFF"/>
              </a:highlight>
              <a:latin typeface="Georgia"/>
              <a:ea typeface="Georgia"/>
              <a:cs typeface="Georgia"/>
              <a:sym typeface="Georgia"/>
            </a:endParaRPr>
          </a:p>
          <a:p>
            <a:pPr indent="0" lvl="0" marL="0" rtl="0" algn="l">
              <a:spcBef>
                <a:spcPts val="0"/>
              </a:spcBef>
              <a:spcAft>
                <a:spcPts val="0"/>
              </a:spcAft>
              <a:buNone/>
            </a:pPr>
            <a:r>
              <a:rPr b="1" lang="en" sz="950">
                <a:solidFill>
                  <a:srgbClr val="252525"/>
                </a:solidFill>
                <a:highlight>
                  <a:srgbClr val="FFFFFF"/>
                </a:highlight>
                <a:latin typeface="Georgia"/>
                <a:ea typeface="Georgia"/>
                <a:cs typeface="Georgia"/>
                <a:sym typeface="Georgia"/>
              </a:rPr>
              <a:t>Syntax</a:t>
            </a:r>
            <a:endParaRPr b="1" sz="950">
              <a:solidFill>
                <a:srgbClr val="252525"/>
              </a:solidFill>
              <a:highlight>
                <a:srgbClr val="FFFFFF"/>
              </a:highlight>
              <a:latin typeface="Georgia"/>
              <a:ea typeface="Georgia"/>
              <a:cs typeface="Georgia"/>
              <a:sym typeface="Georgia"/>
            </a:endParaRPr>
          </a:p>
          <a:p>
            <a:pPr indent="0" lvl="0" marL="0" rtl="0" algn="l">
              <a:spcBef>
                <a:spcPts val="0"/>
              </a:spcBef>
              <a:spcAft>
                <a:spcPts val="0"/>
              </a:spcAft>
              <a:buNone/>
            </a:pPr>
            <a:r>
              <a:rPr lang="en" sz="850">
                <a:solidFill>
                  <a:srgbClr val="000000"/>
                </a:solidFill>
                <a:highlight>
                  <a:srgbClr val="FFFFFF"/>
                </a:highlight>
                <a:latin typeface="Courier New"/>
                <a:ea typeface="Courier New"/>
                <a:cs typeface="Courier New"/>
                <a:sym typeface="Courier New"/>
              </a:rPr>
              <a:t>textureMode(mode)</a:t>
            </a:r>
            <a:endParaRPr sz="850">
              <a:solidFill>
                <a:srgbClr val="000000"/>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lang="en" sz="850">
                <a:solidFill>
                  <a:srgbClr val="000000"/>
                </a:solidFill>
                <a:highlight>
                  <a:srgbClr val="FFFFFF"/>
                </a:highlight>
                <a:latin typeface="Courier New"/>
                <a:ea typeface="Courier New"/>
                <a:cs typeface="Courier New"/>
                <a:sym typeface="Courier New"/>
              </a:rPr>
              <a:t>mode int: either IMAGE or NORMAL</a:t>
            </a:r>
            <a:endParaRPr sz="850">
              <a:solidFill>
                <a:srgbClr val="000000"/>
              </a:solidFill>
              <a:highlight>
                <a:srgbClr val="FFFFFF"/>
              </a:highlight>
              <a:latin typeface="Courier New"/>
              <a:ea typeface="Courier New"/>
              <a:cs typeface="Courier New"/>
              <a:sym typeface="Courier New"/>
            </a:endParaRPr>
          </a:p>
          <a:p>
            <a:pPr indent="0" lvl="0" marL="0" rtl="0" algn="l">
              <a:spcBef>
                <a:spcPts val="0"/>
              </a:spcBef>
              <a:spcAft>
                <a:spcPts val="1600"/>
              </a:spcAft>
              <a:buNone/>
            </a:pPr>
            <a:r>
              <a:t/>
            </a:r>
            <a:endParaRPr/>
          </a:p>
        </p:txBody>
      </p:sp>
      <p:sp>
        <p:nvSpPr>
          <p:cNvPr id="504" name="Google Shape;504;p6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505" name="Google Shape;505;p66"/>
          <p:cNvGraphicFramePr/>
          <p:nvPr/>
        </p:nvGraphicFramePr>
        <p:xfrm>
          <a:off x="773000" y="1300600"/>
          <a:ext cx="3000000" cy="3000000"/>
        </p:xfrm>
        <a:graphic>
          <a:graphicData uri="http://schemas.openxmlformats.org/drawingml/2006/table">
            <a:tbl>
              <a:tblPr>
                <a:noFill/>
                <a:tableStyleId>{53252C98-EEF9-44D1-A178-46136075C6EC}</a:tableStyleId>
              </a:tblPr>
              <a:tblGrid>
                <a:gridCol w="3554825"/>
                <a:gridCol w="3854700"/>
              </a:tblGrid>
              <a:tr h="1609325">
                <a:tc>
                  <a:txBody>
                    <a:bodyPr/>
                    <a:lstStyle/>
                    <a:p>
                      <a:pPr indent="0" lvl="0" marL="0" rtl="0" algn="l">
                        <a:lnSpc>
                          <a:spcPct val="100000"/>
                        </a:lnSpc>
                        <a:spcBef>
                          <a:spcPts val="0"/>
                        </a:spcBef>
                        <a:spcAft>
                          <a:spcPts val="0"/>
                        </a:spcAft>
                        <a:buClr>
                          <a:schemeClr val="dk1"/>
                        </a:buClr>
                        <a:buSzPts val="1100"/>
                        <a:buFont typeface="Arial"/>
                        <a:buNone/>
                      </a:pPr>
                      <a:r>
                        <a:rPr lang="en" sz="850">
                          <a:solidFill>
                            <a:schemeClr val="dk1"/>
                          </a:solidFill>
                          <a:highlight>
                            <a:srgbClr val="FFFFFF"/>
                          </a:highlight>
                          <a:latin typeface="Courier New"/>
                          <a:ea typeface="Courier New"/>
                          <a:cs typeface="Courier New"/>
                          <a:sym typeface="Courier New"/>
                        </a:rPr>
                        <a:t>size(100, 100, P3D);</a:t>
                      </a:r>
                      <a:br>
                        <a:rPr lang="en" sz="850">
                          <a:solidFill>
                            <a:schemeClr val="dk1"/>
                          </a:solidFill>
                          <a:highlight>
                            <a:srgbClr val="FFFFFF"/>
                          </a:highlight>
                          <a:latin typeface="Courier New"/>
                          <a:ea typeface="Courier New"/>
                          <a:cs typeface="Courier New"/>
                          <a:sym typeface="Courier New"/>
                        </a:rPr>
                      </a:br>
                      <a:r>
                        <a:rPr lang="en" sz="850">
                          <a:solidFill>
                            <a:schemeClr val="dk1"/>
                          </a:solidFill>
                          <a:highlight>
                            <a:srgbClr val="FFFFFF"/>
                          </a:highlight>
                          <a:latin typeface="Courier New"/>
                          <a:ea typeface="Courier New"/>
                          <a:cs typeface="Courier New"/>
                          <a:sym typeface="Courier New"/>
                        </a:rPr>
                        <a:t>noStroke();</a:t>
                      </a:r>
                      <a:br>
                        <a:rPr lang="en" sz="850">
                          <a:solidFill>
                            <a:schemeClr val="dk1"/>
                          </a:solidFill>
                          <a:highlight>
                            <a:srgbClr val="FFFFFF"/>
                          </a:highlight>
                          <a:latin typeface="Courier New"/>
                          <a:ea typeface="Courier New"/>
                          <a:cs typeface="Courier New"/>
                          <a:sym typeface="Courier New"/>
                        </a:rPr>
                      </a:br>
                      <a:r>
                        <a:rPr lang="en" sz="850">
                          <a:solidFill>
                            <a:schemeClr val="dk1"/>
                          </a:solidFill>
                          <a:highlight>
                            <a:srgbClr val="FFFFFF"/>
                          </a:highlight>
                          <a:latin typeface="Courier New"/>
                          <a:ea typeface="Courier New"/>
                          <a:cs typeface="Courier New"/>
                          <a:sym typeface="Courier New"/>
                        </a:rPr>
                        <a:t>PImage img = loadImage("laDefense.jpg");</a:t>
                      </a:r>
                      <a:br>
                        <a:rPr lang="en" sz="850">
                          <a:solidFill>
                            <a:schemeClr val="dk1"/>
                          </a:solidFill>
                          <a:highlight>
                            <a:srgbClr val="FFFFFF"/>
                          </a:highlight>
                          <a:latin typeface="Courier New"/>
                          <a:ea typeface="Courier New"/>
                          <a:cs typeface="Courier New"/>
                          <a:sym typeface="Courier New"/>
                        </a:rPr>
                      </a:br>
                      <a:r>
                        <a:rPr lang="en" sz="850">
                          <a:solidFill>
                            <a:schemeClr val="dk1"/>
                          </a:solidFill>
                          <a:highlight>
                            <a:srgbClr val="FFFFFF"/>
                          </a:highlight>
                          <a:latin typeface="Courier New"/>
                          <a:ea typeface="Courier New"/>
                          <a:cs typeface="Courier New"/>
                          <a:sym typeface="Courier New"/>
                        </a:rPr>
                        <a:t>textureMode(IMAGE);</a:t>
                      </a:r>
                      <a:br>
                        <a:rPr lang="en" sz="850">
                          <a:solidFill>
                            <a:schemeClr val="dk1"/>
                          </a:solidFill>
                          <a:highlight>
                            <a:srgbClr val="FFFFFF"/>
                          </a:highlight>
                          <a:latin typeface="Courier New"/>
                          <a:ea typeface="Courier New"/>
                          <a:cs typeface="Courier New"/>
                          <a:sym typeface="Courier New"/>
                        </a:rPr>
                      </a:br>
                      <a:r>
                        <a:rPr lang="en" sz="850">
                          <a:solidFill>
                            <a:schemeClr val="dk1"/>
                          </a:solidFill>
                          <a:highlight>
                            <a:srgbClr val="FFFFFF"/>
                          </a:highlight>
                          <a:latin typeface="Courier New"/>
                          <a:ea typeface="Courier New"/>
                          <a:cs typeface="Courier New"/>
                          <a:sym typeface="Courier New"/>
                        </a:rPr>
                        <a:t>beginShape();</a:t>
                      </a:r>
                      <a:br>
                        <a:rPr lang="en" sz="850">
                          <a:solidFill>
                            <a:schemeClr val="dk1"/>
                          </a:solidFill>
                          <a:highlight>
                            <a:srgbClr val="FFFFFF"/>
                          </a:highlight>
                          <a:latin typeface="Courier New"/>
                          <a:ea typeface="Courier New"/>
                          <a:cs typeface="Courier New"/>
                          <a:sym typeface="Courier New"/>
                        </a:rPr>
                      </a:br>
                      <a:r>
                        <a:rPr lang="en" sz="850">
                          <a:solidFill>
                            <a:schemeClr val="dk1"/>
                          </a:solidFill>
                          <a:highlight>
                            <a:srgbClr val="FFFFFF"/>
                          </a:highlight>
                          <a:latin typeface="Courier New"/>
                          <a:ea typeface="Courier New"/>
                          <a:cs typeface="Courier New"/>
                          <a:sym typeface="Courier New"/>
                        </a:rPr>
                        <a:t>texture(img);</a:t>
                      </a:r>
                      <a:br>
                        <a:rPr lang="en" sz="850">
                          <a:solidFill>
                            <a:schemeClr val="dk1"/>
                          </a:solidFill>
                          <a:highlight>
                            <a:srgbClr val="FFFFFF"/>
                          </a:highlight>
                          <a:latin typeface="Courier New"/>
                          <a:ea typeface="Courier New"/>
                          <a:cs typeface="Courier New"/>
                          <a:sym typeface="Courier New"/>
                        </a:rPr>
                      </a:br>
                      <a:r>
                        <a:rPr lang="en" sz="850">
                          <a:solidFill>
                            <a:schemeClr val="dk1"/>
                          </a:solidFill>
                          <a:highlight>
                            <a:srgbClr val="FFFFFF"/>
                          </a:highlight>
                          <a:latin typeface="Courier New"/>
                          <a:ea typeface="Courier New"/>
                          <a:cs typeface="Courier New"/>
                          <a:sym typeface="Courier New"/>
                        </a:rPr>
                        <a:t>vertex(10, 20, 0, 0);</a:t>
                      </a:r>
                      <a:br>
                        <a:rPr lang="en" sz="850">
                          <a:solidFill>
                            <a:schemeClr val="dk1"/>
                          </a:solidFill>
                          <a:highlight>
                            <a:srgbClr val="FFFFFF"/>
                          </a:highlight>
                          <a:latin typeface="Courier New"/>
                          <a:ea typeface="Courier New"/>
                          <a:cs typeface="Courier New"/>
                          <a:sym typeface="Courier New"/>
                        </a:rPr>
                      </a:br>
                      <a:r>
                        <a:rPr lang="en" sz="850">
                          <a:solidFill>
                            <a:schemeClr val="dk1"/>
                          </a:solidFill>
                          <a:highlight>
                            <a:srgbClr val="FFFFFF"/>
                          </a:highlight>
                          <a:latin typeface="Courier New"/>
                          <a:ea typeface="Courier New"/>
                          <a:cs typeface="Courier New"/>
                          <a:sym typeface="Courier New"/>
                        </a:rPr>
                        <a:t>vertex(80, 5, 100, 0);</a:t>
                      </a:r>
                      <a:br>
                        <a:rPr lang="en" sz="850">
                          <a:solidFill>
                            <a:schemeClr val="dk1"/>
                          </a:solidFill>
                          <a:highlight>
                            <a:srgbClr val="FFFFFF"/>
                          </a:highlight>
                          <a:latin typeface="Courier New"/>
                          <a:ea typeface="Courier New"/>
                          <a:cs typeface="Courier New"/>
                          <a:sym typeface="Courier New"/>
                        </a:rPr>
                      </a:br>
                      <a:r>
                        <a:rPr lang="en" sz="850">
                          <a:solidFill>
                            <a:schemeClr val="dk1"/>
                          </a:solidFill>
                          <a:highlight>
                            <a:srgbClr val="FFFFFF"/>
                          </a:highlight>
                          <a:latin typeface="Courier New"/>
                          <a:ea typeface="Courier New"/>
                          <a:cs typeface="Courier New"/>
                          <a:sym typeface="Courier New"/>
                        </a:rPr>
                        <a:t>vertex(95, 90, 100, 100);</a:t>
                      </a:r>
                      <a:br>
                        <a:rPr lang="en" sz="850">
                          <a:solidFill>
                            <a:schemeClr val="dk1"/>
                          </a:solidFill>
                          <a:highlight>
                            <a:srgbClr val="FFFFFF"/>
                          </a:highlight>
                          <a:latin typeface="Courier New"/>
                          <a:ea typeface="Courier New"/>
                          <a:cs typeface="Courier New"/>
                          <a:sym typeface="Courier New"/>
                        </a:rPr>
                      </a:br>
                      <a:r>
                        <a:rPr lang="en" sz="850">
                          <a:solidFill>
                            <a:schemeClr val="dk1"/>
                          </a:solidFill>
                          <a:highlight>
                            <a:srgbClr val="FFFFFF"/>
                          </a:highlight>
                          <a:latin typeface="Courier New"/>
                          <a:ea typeface="Courier New"/>
                          <a:cs typeface="Courier New"/>
                          <a:sym typeface="Courier New"/>
                        </a:rPr>
                        <a:t>vertex(40, 95, 0, 100);</a:t>
                      </a:r>
                      <a:br>
                        <a:rPr lang="en" sz="850">
                          <a:solidFill>
                            <a:schemeClr val="dk1"/>
                          </a:solidFill>
                          <a:highlight>
                            <a:srgbClr val="FFFFFF"/>
                          </a:highlight>
                          <a:latin typeface="Courier New"/>
                          <a:ea typeface="Courier New"/>
                          <a:cs typeface="Courier New"/>
                          <a:sym typeface="Courier New"/>
                        </a:rPr>
                      </a:br>
                      <a:r>
                        <a:rPr lang="en" sz="850">
                          <a:solidFill>
                            <a:schemeClr val="dk1"/>
                          </a:solidFill>
                          <a:highlight>
                            <a:srgbClr val="FFFFFF"/>
                          </a:highlight>
                          <a:latin typeface="Courier New"/>
                          <a:ea typeface="Courier New"/>
                          <a:cs typeface="Courier New"/>
                          <a:sym typeface="Courier New"/>
                        </a:rPr>
                        <a:t>endShape();</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00000"/>
                        </a:lnSpc>
                        <a:spcBef>
                          <a:spcPts val="0"/>
                        </a:spcBef>
                        <a:spcAft>
                          <a:spcPts val="0"/>
                        </a:spcAft>
                        <a:buClr>
                          <a:schemeClr val="dk1"/>
                        </a:buClr>
                        <a:buSzPts val="1100"/>
                        <a:buFont typeface="Arial"/>
                        <a:buNone/>
                      </a:pPr>
                      <a:r>
                        <a:rPr lang="en" sz="850">
                          <a:solidFill>
                            <a:schemeClr val="dk1"/>
                          </a:solidFill>
                          <a:highlight>
                            <a:srgbClr val="FFFFFF"/>
                          </a:highlight>
                          <a:latin typeface="Courier New"/>
                          <a:ea typeface="Courier New"/>
                          <a:cs typeface="Courier New"/>
                          <a:sym typeface="Courier New"/>
                        </a:rPr>
                        <a:t>size(100, 100, P3D);</a:t>
                      </a:r>
                      <a:br>
                        <a:rPr lang="en" sz="850">
                          <a:solidFill>
                            <a:schemeClr val="dk1"/>
                          </a:solidFill>
                          <a:highlight>
                            <a:srgbClr val="FFFFFF"/>
                          </a:highlight>
                          <a:latin typeface="Courier New"/>
                          <a:ea typeface="Courier New"/>
                          <a:cs typeface="Courier New"/>
                          <a:sym typeface="Courier New"/>
                        </a:rPr>
                      </a:br>
                      <a:r>
                        <a:rPr lang="en" sz="850">
                          <a:solidFill>
                            <a:schemeClr val="dk1"/>
                          </a:solidFill>
                          <a:highlight>
                            <a:srgbClr val="FFFFFF"/>
                          </a:highlight>
                          <a:latin typeface="Courier New"/>
                          <a:ea typeface="Courier New"/>
                          <a:cs typeface="Courier New"/>
                          <a:sym typeface="Courier New"/>
                        </a:rPr>
                        <a:t>noStroke();</a:t>
                      </a:r>
                      <a:br>
                        <a:rPr lang="en" sz="850">
                          <a:solidFill>
                            <a:schemeClr val="dk1"/>
                          </a:solidFill>
                          <a:highlight>
                            <a:srgbClr val="FFFFFF"/>
                          </a:highlight>
                          <a:latin typeface="Courier New"/>
                          <a:ea typeface="Courier New"/>
                          <a:cs typeface="Courier New"/>
                          <a:sym typeface="Courier New"/>
                        </a:rPr>
                      </a:br>
                      <a:r>
                        <a:rPr lang="en" sz="850">
                          <a:solidFill>
                            <a:schemeClr val="dk1"/>
                          </a:solidFill>
                          <a:highlight>
                            <a:srgbClr val="FFFFFF"/>
                          </a:highlight>
                          <a:latin typeface="Courier New"/>
                          <a:ea typeface="Courier New"/>
                          <a:cs typeface="Courier New"/>
                          <a:sym typeface="Courier New"/>
                        </a:rPr>
                        <a:t>PImage img = loadImage("laDefense.jpg");</a:t>
                      </a:r>
                      <a:br>
                        <a:rPr lang="en" sz="850">
                          <a:solidFill>
                            <a:schemeClr val="dk1"/>
                          </a:solidFill>
                          <a:highlight>
                            <a:srgbClr val="FFFFFF"/>
                          </a:highlight>
                          <a:latin typeface="Courier New"/>
                          <a:ea typeface="Courier New"/>
                          <a:cs typeface="Courier New"/>
                          <a:sym typeface="Courier New"/>
                        </a:rPr>
                      </a:br>
                      <a:r>
                        <a:rPr lang="en" sz="850">
                          <a:solidFill>
                            <a:schemeClr val="dk1"/>
                          </a:solidFill>
                          <a:highlight>
                            <a:srgbClr val="FFFFFF"/>
                          </a:highlight>
                          <a:latin typeface="Courier New"/>
                          <a:ea typeface="Courier New"/>
                          <a:cs typeface="Courier New"/>
                          <a:sym typeface="Courier New"/>
                        </a:rPr>
                        <a:t>textureMode(NORMAL);</a:t>
                      </a:r>
                      <a:br>
                        <a:rPr lang="en" sz="850">
                          <a:solidFill>
                            <a:schemeClr val="dk1"/>
                          </a:solidFill>
                          <a:highlight>
                            <a:srgbClr val="FFFFFF"/>
                          </a:highlight>
                          <a:latin typeface="Courier New"/>
                          <a:ea typeface="Courier New"/>
                          <a:cs typeface="Courier New"/>
                          <a:sym typeface="Courier New"/>
                        </a:rPr>
                      </a:br>
                      <a:r>
                        <a:rPr lang="en" sz="850">
                          <a:solidFill>
                            <a:schemeClr val="dk1"/>
                          </a:solidFill>
                          <a:highlight>
                            <a:srgbClr val="FFFFFF"/>
                          </a:highlight>
                          <a:latin typeface="Courier New"/>
                          <a:ea typeface="Courier New"/>
                          <a:cs typeface="Courier New"/>
                          <a:sym typeface="Courier New"/>
                        </a:rPr>
                        <a:t>beginShape();</a:t>
                      </a:r>
                      <a:br>
                        <a:rPr lang="en" sz="850">
                          <a:solidFill>
                            <a:schemeClr val="dk1"/>
                          </a:solidFill>
                          <a:highlight>
                            <a:srgbClr val="FFFFFF"/>
                          </a:highlight>
                          <a:latin typeface="Courier New"/>
                          <a:ea typeface="Courier New"/>
                          <a:cs typeface="Courier New"/>
                          <a:sym typeface="Courier New"/>
                        </a:rPr>
                      </a:br>
                      <a:r>
                        <a:rPr lang="en" sz="850">
                          <a:solidFill>
                            <a:schemeClr val="dk1"/>
                          </a:solidFill>
                          <a:highlight>
                            <a:srgbClr val="FFFFFF"/>
                          </a:highlight>
                          <a:latin typeface="Courier New"/>
                          <a:ea typeface="Courier New"/>
                          <a:cs typeface="Courier New"/>
                          <a:sym typeface="Courier New"/>
                        </a:rPr>
                        <a:t>texture(img);</a:t>
                      </a:r>
                      <a:br>
                        <a:rPr lang="en" sz="850">
                          <a:solidFill>
                            <a:schemeClr val="dk1"/>
                          </a:solidFill>
                          <a:highlight>
                            <a:srgbClr val="FFFFFF"/>
                          </a:highlight>
                          <a:latin typeface="Courier New"/>
                          <a:ea typeface="Courier New"/>
                          <a:cs typeface="Courier New"/>
                          <a:sym typeface="Courier New"/>
                        </a:rPr>
                      </a:br>
                      <a:r>
                        <a:rPr lang="en" sz="850">
                          <a:solidFill>
                            <a:schemeClr val="dk1"/>
                          </a:solidFill>
                          <a:highlight>
                            <a:srgbClr val="FFFFFF"/>
                          </a:highlight>
                          <a:latin typeface="Courier New"/>
                          <a:ea typeface="Courier New"/>
                          <a:cs typeface="Courier New"/>
                          <a:sym typeface="Courier New"/>
                        </a:rPr>
                        <a:t>vertex(10, 20, 0, 0);</a:t>
                      </a:r>
                      <a:br>
                        <a:rPr lang="en" sz="850">
                          <a:solidFill>
                            <a:schemeClr val="dk1"/>
                          </a:solidFill>
                          <a:highlight>
                            <a:srgbClr val="FFFFFF"/>
                          </a:highlight>
                          <a:latin typeface="Courier New"/>
                          <a:ea typeface="Courier New"/>
                          <a:cs typeface="Courier New"/>
                          <a:sym typeface="Courier New"/>
                        </a:rPr>
                      </a:br>
                      <a:r>
                        <a:rPr lang="en" sz="850">
                          <a:solidFill>
                            <a:schemeClr val="dk1"/>
                          </a:solidFill>
                          <a:highlight>
                            <a:srgbClr val="FFFFFF"/>
                          </a:highlight>
                          <a:latin typeface="Courier New"/>
                          <a:ea typeface="Courier New"/>
                          <a:cs typeface="Courier New"/>
                          <a:sym typeface="Courier New"/>
                        </a:rPr>
                        <a:t>vertex(80, 5, 1, 0);</a:t>
                      </a:r>
                      <a:br>
                        <a:rPr lang="en" sz="850">
                          <a:solidFill>
                            <a:schemeClr val="dk1"/>
                          </a:solidFill>
                          <a:highlight>
                            <a:srgbClr val="FFFFFF"/>
                          </a:highlight>
                          <a:latin typeface="Courier New"/>
                          <a:ea typeface="Courier New"/>
                          <a:cs typeface="Courier New"/>
                          <a:sym typeface="Courier New"/>
                        </a:rPr>
                      </a:br>
                      <a:r>
                        <a:rPr lang="en" sz="850">
                          <a:solidFill>
                            <a:schemeClr val="dk1"/>
                          </a:solidFill>
                          <a:highlight>
                            <a:srgbClr val="FFFFFF"/>
                          </a:highlight>
                          <a:latin typeface="Courier New"/>
                          <a:ea typeface="Courier New"/>
                          <a:cs typeface="Courier New"/>
                          <a:sym typeface="Courier New"/>
                        </a:rPr>
                        <a:t>vertex(95, 90, 1, 1);</a:t>
                      </a:r>
                      <a:br>
                        <a:rPr lang="en" sz="850">
                          <a:solidFill>
                            <a:schemeClr val="dk1"/>
                          </a:solidFill>
                          <a:highlight>
                            <a:srgbClr val="FFFFFF"/>
                          </a:highlight>
                          <a:latin typeface="Courier New"/>
                          <a:ea typeface="Courier New"/>
                          <a:cs typeface="Courier New"/>
                          <a:sym typeface="Courier New"/>
                        </a:rPr>
                      </a:br>
                      <a:r>
                        <a:rPr lang="en" sz="850">
                          <a:solidFill>
                            <a:schemeClr val="dk1"/>
                          </a:solidFill>
                          <a:highlight>
                            <a:srgbClr val="FFFFFF"/>
                          </a:highlight>
                          <a:latin typeface="Courier New"/>
                          <a:ea typeface="Courier New"/>
                          <a:cs typeface="Courier New"/>
                          <a:sym typeface="Courier New"/>
                        </a:rPr>
                        <a:t>vertex(40, 95, 0, 1);</a:t>
                      </a:r>
                      <a:br>
                        <a:rPr lang="en" sz="850">
                          <a:solidFill>
                            <a:schemeClr val="dk1"/>
                          </a:solidFill>
                          <a:highlight>
                            <a:srgbClr val="FFFFFF"/>
                          </a:highlight>
                          <a:latin typeface="Courier New"/>
                          <a:ea typeface="Courier New"/>
                          <a:cs typeface="Courier New"/>
                          <a:sym typeface="Courier New"/>
                        </a:rPr>
                      </a:br>
                      <a:r>
                        <a:rPr lang="en" sz="850">
                          <a:solidFill>
                            <a:schemeClr val="dk1"/>
                          </a:solidFill>
                          <a:highlight>
                            <a:srgbClr val="FFFFFF"/>
                          </a:highlight>
                          <a:latin typeface="Courier New"/>
                          <a:ea typeface="Courier New"/>
                          <a:cs typeface="Courier New"/>
                          <a:sym typeface="Courier New"/>
                        </a:rPr>
                        <a:t>endShape();</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pic>
        <p:nvPicPr>
          <p:cNvPr id="506" name="Google Shape;506;p66"/>
          <p:cNvPicPr preferRelativeResize="0"/>
          <p:nvPr/>
        </p:nvPicPr>
        <p:blipFill>
          <a:blip r:embed="rId3">
            <a:alphaModFix/>
          </a:blip>
          <a:stretch>
            <a:fillRect/>
          </a:stretch>
        </p:blipFill>
        <p:spPr>
          <a:xfrm>
            <a:off x="6743800" y="1933925"/>
            <a:ext cx="952500" cy="95250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6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6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900">
                <a:solidFill>
                  <a:srgbClr val="006699"/>
                </a:solidFill>
              </a:rPr>
              <a:t>PImage</a:t>
            </a:r>
            <a:r>
              <a:rPr lang="en" sz="900">
                <a:solidFill>
                  <a:schemeClr val="dk1"/>
                </a:solidFill>
              </a:rPr>
              <a:t> img;</a:t>
            </a:r>
            <a:endParaRPr sz="900">
              <a:solidFill>
                <a:schemeClr val="dk1"/>
              </a:solidFill>
            </a:endParaRPr>
          </a:p>
          <a:p>
            <a:pPr indent="0" lvl="0" marL="0" rtl="0" algn="l">
              <a:lnSpc>
                <a:spcPct val="100000"/>
              </a:lnSpc>
              <a:spcBef>
                <a:spcPts val="0"/>
              </a:spcBef>
              <a:spcAft>
                <a:spcPts val="0"/>
              </a:spcAft>
              <a:buNone/>
            </a:pPr>
            <a:r>
              <a:rPr lang="en" sz="900">
                <a:solidFill>
                  <a:srgbClr val="33997E"/>
                </a:solidFill>
              </a:rPr>
              <a:t>void</a:t>
            </a:r>
            <a:r>
              <a:rPr lang="en" sz="900">
                <a:solidFill>
                  <a:schemeClr val="dk1"/>
                </a:solidFill>
              </a:rPr>
              <a:t> </a:t>
            </a:r>
            <a:r>
              <a:rPr b="1" lang="en" sz="900">
                <a:solidFill>
                  <a:srgbClr val="006699"/>
                </a:solidFill>
              </a:rPr>
              <a:t>setup</a:t>
            </a:r>
            <a:r>
              <a:rPr lang="en" sz="900">
                <a:solidFill>
                  <a:schemeClr val="dk1"/>
                </a:solidFill>
              </a:rPr>
              <a:t>() {</a:t>
            </a:r>
            <a:endParaRPr sz="900">
              <a:solidFill>
                <a:schemeClr val="dk1"/>
              </a:solidFill>
            </a:endParaRPr>
          </a:p>
          <a:p>
            <a:pPr indent="0" lvl="0" marL="0" rtl="0" algn="l">
              <a:lnSpc>
                <a:spcPct val="100000"/>
              </a:lnSpc>
              <a:spcBef>
                <a:spcPts val="0"/>
              </a:spcBef>
              <a:spcAft>
                <a:spcPts val="0"/>
              </a:spcAft>
              <a:buNone/>
            </a:pPr>
            <a:r>
              <a:rPr lang="en" sz="900">
                <a:solidFill>
                  <a:schemeClr val="dk1"/>
                </a:solidFill>
              </a:rPr>
              <a:t>  </a:t>
            </a:r>
            <a:r>
              <a:rPr lang="en" sz="900">
                <a:solidFill>
                  <a:srgbClr val="006699"/>
                </a:solidFill>
              </a:rPr>
              <a:t>size</a:t>
            </a:r>
            <a:r>
              <a:rPr lang="en" sz="900">
                <a:solidFill>
                  <a:schemeClr val="dk1"/>
                </a:solidFill>
              </a:rPr>
              <a:t>(300, 300, P2D);</a:t>
            </a:r>
            <a:endParaRPr sz="900">
              <a:solidFill>
                <a:schemeClr val="dk1"/>
              </a:solidFill>
            </a:endParaRPr>
          </a:p>
          <a:p>
            <a:pPr indent="0" lvl="0" marL="0" rtl="0" algn="l">
              <a:lnSpc>
                <a:spcPct val="100000"/>
              </a:lnSpc>
              <a:spcBef>
                <a:spcPts val="0"/>
              </a:spcBef>
              <a:spcAft>
                <a:spcPts val="0"/>
              </a:spcAft>
              <a:buNone/>
            </a:pPr>
            <a:r>
              <a:rPr lang="en" sz="900">
                <a:solidFill>
                  <a:schemeClr val="dk1"/>
                </a:solidFill>
              </a:rPr>
              <a:t>  img = </a:t>
            </a:r>
            <a:r>
              <a:rPr lang="en" sz="900">
                <a:solidFill>
                  <a:srgbClr val="006699"/>
                </a:solidFill>
              </a:rPr>
              <a:t>loadImage</a:t>
            </a:r>
            <a:r>
              <a:rPr lang="en" sz="900">
                <a:solidFill>
                  <a:schemeClr val="dk1"/>
                </a:solidFill>
              </a:rPr>
              <a:t>(</a:t>
            </a:r>
            <a:r>
              <a:rPr lang="en" sz="900">
                <a:solidFill>
                  <a:srgbClr val="7D4793"/>
                </a:solidFill>
              </a:rPr>
              <a:t>"berlin-1.jpg"</a:t>
            </a:r>
            <a:r>
              <a:rPr lang="en" sz="900">
                <a:solidFill>
                  <a:schemeClr val="dk1"/>
                </a:solidFill>
              </a:rPr>
              <a:t>);</a:t>
            </a:r>
            <a:endParaRPr sz="900">
              <a:solidFill>
                <a:schemeClr val="dk1"/>
              </a:solidFill>
            </a:endParaRPr>
          </a:p>
          <a:p>
            <a:pPr indent="0" lvl="0" marL="0" rtl="0" algn="l">
              <a:lnSpc>
                <a:spcPct val="100000"/>
              </a:lnSpc>
              <a:spcBef>
                <a:spcPts val="0"/>
              </a:spcBef>
              <a:spcAft>
                <a:spcPts val="0"/>
              </a:spcAft>
              <a:buNone/>
            </a:pPr>
            <a:r>
              <a:rPr lang="en" sz="900">
                <a:solidFill>
                  <a:schemeClr val="dk1"/>
                </a:solidFill>
              </a:rPr>
              <a:t>  </a:t>
            </a:r>
            <a:r>
              <a:rPr lang="en" sz="900">
                <a:solidFill>
                  <a:srgbClr val="006699"/>
                </a:solidFill>
              </a:rPr>
              <a:t>textureMode</a:t>
            </a:r>
            <a:r>
              <a:rPr lang="en" sz="900">
                <a:solidFill>
                  <a:schemeClr val="dk1"/>
                </a:solidFill>
              </a:rPr>
              <a:t>(NORMAL);</a:t>
            </a:r>
            <a:endParaRPr sz="900">
              <a:solidFill>
                <a:schemeClr val="dk1"/>
              </a:solidFill>
            </a:endParaRPr>
          </a:p>
          <a:p>
            <a:pPr indent="0" lvl="0" marL="0" rtl="0" algn="l">
              <a:lnSpc>
                <a:spcPct val="100000"/>
              </a:lnSpc>
              <a:spcBef>
                <a:spcPts val="0"/>
              </a:spcBef>
              <a:spcAft>
                <a:spcPts val="0"/>
              </a:spcAft>
              <a:buNone/>
            </a:pPr>
            <a:r>
              <a:rPr lang="en" sz="900">
                <a:solidFill>
                  <a:schemeClr val="dk1"/>
                </a:solidFill>
              </a:rPr>
              <a:t>}</a:t>
            </a:r>
            <a:endParaRPr sz="900">
              <a:solidFill>
                <a:schemeClr val="dk1"/>
              </a:solidFill>
            </a:endParaRPr>
          </a:p>
          <a:p>
            <a:pPr indent="0" lvl="0" marL="0" rtl="0" algn="l">
              <a:lnSpc>
                <a:spcPct val="100000"/>
              </a:lnSpc>
              <a:spcBef>
                <a:spcPts val="0"/>
              </a:spcBef>
              <a:spcAft>
                <a:spcPts val="0"/>
              </a:spcAft>
              <a:buNone/>
            </a:pPr>
            <a:r>
              <a:t/>
            </a:r>
            <a:endParaRPr sz="900">
              <a:solidFill>
                <a:schemeClr val="dk1"/>
              </a:solidFill>
            </a:endParaRPr>
          </a:p>
          <a:p>
            <a:pPr indent="0" lvl="0" marL="0" rtl="0" algn="l">
              <a:lnSpc>
                <a:spcPct val="100000"/>
              </a:lnSpc>
              <a:spcBef>
                <a:spcPts val="0"/>
              </a:spcBef>
              <a:spcAft>
                <a:spcPts val="0"/>
              </a:spcAft>
              <a:buNone/>
            </a:pPr>
            <a:r>
              <a:rPr lang="en" sz="900">
                <a:solidFill>
                  <a:srgbClr val="33997E"/>
                </a:solidFill>
              </a:rPr>
              <a:t>void</a:t>
            </a:r>
            <a:r>
              <a:rPr lang="en" sz="900">
                <a:solidFill>
                  <a:schemeClr val="dk1"/>
                </a:solidFill>
              </a:rPr>
              <a:t> </a:t>
            </a:r>
            <a:r>
              <a:rPr b="1" lang="en" sz="900">
                <a:solidFill>
                  <a:srgbClr val="006699"/>
                </a:solidFill>
              </a:rPr>
              <a:t>draw</a:t>
            </a:r>
            <a:r>
              <a:rPr lang="en" sz="900">
                <a:solidFill>
                  <a:schemeClr val="dk1"/>
                </a:solidFill>
              </a:rPr>
              <a:t>() {</a:t>
            </a:r>
            <a:endParaRPr sz="900">
              <a:solidFill>
                <a:schemeClr val="dk1"/>
              </a:solidFill>
            </a:endParaRPr>
          </a:p>
          <a:p>
            <a:pPr indent="0" lvl="0" marL="0" rtl="0" algn="l">
              <a:lnSpc>
                <a:spcPct val="100000"/>
              </a:lnSpc>
              <a:spcBef>
                <a:spcPts val="0"/>
              </a:spcBef>
              <a:spcAft>
                <a:spcPts val="0"/>
              </a:spcAft>
              <a:buNone/>
            </a:pPr>
            <a:r>
              <a:rPr lang="en" sz="900">
                <a:solidFill>
                  <a:schemeClr val="dk1"/>
                </a:solidFill>
              </a:rPr>
              <a:t>  </a:t>
            </a:r>
            <a:r>
              <a:rPr lang="en" sz="900">
                <a:solidFill>
                  <a:srgbClr val="006699"/>
                </a:solidFill>
              </a:rPr>
              <a:t>background</a:t>
            </a:r>
            <a:r>
              <a:rPr lang="en" sz="900">
                <a:solidFill>
                  <a:schemeClr val="dk1"/>
                </a:solidFill>
              </a:rPr>
              <a:t>(0);</a:t>
            </a:r>
            <a:endParaRPr sz="900">
              <a:solidFill>
                <a:schemeClr val="dk1"/>
              </a:solidFill>
            </a:endParaRPr>
          </a:p>
          <a:p>
            <a:pPr indent="0" lvl="0" marL="0" rtl="0" algn="l">
              <a:lnSpc>
                <a:spcPct val="100000"/>
              </a:lnSpc>
              <a:spcBef>
                <a:spcPts val="0"/>
              </a:spcBef>
              <a:spcAft>
                <a:spcPts val="0"/>
              </a:spcAft>
              <a:buNone/>
            </a:pPr>
            <a:r>
              <a:rPr lang="en" sz="900">
                <a:solidFill>
                  <a:schemeClr val="dk1"/>
                </a:solidFill>
              </a:rPr>
              <a:t>  </a:t>
            </a:r>
            <a:r>
              <a:rPr lang="en" sz="900">
                <a:solidFill>
                  <a:srgbClr val="006699"/>
                </a:solidFill>
              </a:rPr>
              <a:t>translate</a:t>
            </a:r>
            <a:r>
              <a:rPr lang="en" sz="900">
                <a:solidFill>
                  <a:schemeClr val="dk1"/>
                </a:solidFill>
              </a:rPr>
              <a:t>(</a:t>
            </a:r>
            <a:r>
              <a:rPr lang="en" sz="900">
                <a:solidFill>
                  <a:srgbClr val="006699"/>
                </a:solidFill>
              </a:rPr>
              <a:t>width</a:t>
            </a:r>
            <a:r>
              <a:rPr lang="en" sz="900">
                <a:solidFill>
                  <a:schemeClr val="dk1"/>
                </a:solidFill>
              </a:rPr>
              <a:t>/2, </a:t>
            </a:r>
            <a:r>
              <a:rPr lang="en" sz="900">
                <a:solidFill>
                  <a:srgbClr val="006699"/>
                </a:solidFill>
              </a:rPr>
              <a:t>height</a:t>
            </a:r>
            <a:r>
              <a:rPr lang="en" sz="900">
                <a:solidFill>
                  <a:schemeClr val="dk1"/>
                </a:solidFill>
              </a:rPr>
              <a:t>/2);</a:t>
            </a:r>
            <a:endParaRPr sz="900">
              <a:solidFill>
                <a:schemeClr val="dk1"/>
              </a:solidFill>
            </a:endParaRPr>
          </a:p>
          <a:p>
            <a:pPr indent="0" lvl="0" marL="0" rtl="0" algn="l">
              <a:lnSpc>
                <a:spcPct val="100000"/>
              </a:lnSpc>
              <a:spcBef>
                <a:spcPts val="0"/>
              </a:spcBef>
              <a:spcAft>
                <a:spcPts val="0"/>
              </a:spcAft>
              <a:buNone/>
            </a:pPr>
            <a:r>
              <a:rPr lang="en" sz="900">
                <a:solidFill>
                  <a:schemeClr val="dk1"/>
                </a:solidFill>
              </a:rPr>
              <a:t>  </a:t>
            </a:r>
            <a:r>
              <a:rPr lang="en" sz="900">
                <a:solidFill>
                  <a:srgbClr val="006699"/>
                </a:solidFill>
              </a:rPr>
              <a:t>rotate</a:t>
            </a:r>
            <a:r>
              <a:rPr lang="en" sz="900">
                <a:solidFill>
                  <a:schemeClr val="dk1"/>
                </a:solidFill>
              </a:rPr>
              <a:t>(</a:t>
            </a:r>
            <a:r>
              <a:rPr lang="en" sz="900">
                <a:solidFill>
                  <a:srgbClr val="006699"/>
                </a:solidFill>
              </a:rPr>
              <a:t>map</a:t>
            </a:r>
            <a:r>
              <a:rPr lang="en" sz="900">
                <a:solidFill>
                  <a:schemeClr val="dk1"/>
                </a:solidFill>
              </a:rPr>
              <a:t>(</a:t>
            </a:r>
            <a:r>
              <a:rPr lang="en" sz="900">
                <a:solidFill>
                  <a:srgbClr val="006699"/>
                </a:solidFill>
              </a:rPr>
              <a:t>mouseX</a:t>
            </a:r>
            <a:r>
              <a:rPr lang="en" sz="900">
                <a:solidFill>
                  <a:schemeClr val="dk1"/>
                </a:solidFill>
              </a:rPr>
              <a:t>, 0, </a:t>
            </a:r>
            <a:r>
              <a:rPr lang="en" sz="900">
                <a:solidFill>
                  <a:srgbClr val="006699"/>
                </a:solidFill>
              </a:rPr>
              <a:t>width</a:t>
            </a:r>
            <a:r>
              <a:rPr lang="en" sz="900">
                <a:solidFill>
                  <a:schemeClr val="dk1"/>
                </a:solidFill>
              </a:rPr>
              <a:t>, -PI, PI));</a:t>
            </a:r>
            <a:endParaRPr sz="900">
              <a:solidFill>
                <a:schemeClr val="dk1"/>
              </a:solidFill>
            </a:endParaRPr>
          </a:p>
          <a:p>
            <a:pPr indent="0" lvl="0" marL="0" rtl="0" algn="l">
              <a:lnSpc>
                <a:spcPct val="100000"/>
              </a:lnSpc>
              <a:spcBef>
                <a:spcPts val="0"/>
              </a:spcBef>
              <a:spcAft>
                <a:spcPts val="0"/>
              </a:spcAft>
              <a:buNone/>
            </a:pPr>
            <a:r>
              <a:rPr lang="en" sz="900">
                <a:solidFill>
                  <a:schemeClr val="dk1"/>
                </a:solidFill>
              </a:rPr>
              <a:t>  </a:t>
            </a:r>
            <a:r>
              <a:rPr lang="en" sz="900">
                <a:solidFill>
                  <a:srgbClr val="33997E"/>
                </a:solidFill>
              </a:rPr>
              <a:t>if</a:t>
            </a:r>
            <a:r>
              <a:rPr lang="en" sz="900">
                <a:solidFill>
                  <a:schemeClr val="dk1"/>
                </a:solidFill>
              </a:rPr>
              <a:t> (</a:t>
            </a:r>
            <a:r>
              <a:rPr lang="en" sz="900">
                <a:solidFill>
                  <a:srgbClr val="006699"/>
                </a:solidFill>
              </a:rPr>
              <a:t>mousePressed</a:t>
            </a:r>
            <a:r>
              <a:rPr lang="en" sz="900">
                <a:solidFill>
                  <a:schemeClr val="dk1"/>
                </a:solidFill>
              </a:rPr>
              <a:t>) {</a:t>
            </a:r>
            <a:endParaRPr sz="900">
              <a:solidFill>
                <a:schemeClr val="dk1"/>
              </a:solidFill>
            </a:endParaRPr>
          </a:p>
          <a:p>
            <a:pPr indent="0" lvl="0" marL="0" rtl="0" algn="l">
              <a:lnSpc>
                <a:spcPct val="100000"/>
              </a:lnSpc>
              <a:spcBef>
                <a:spcPts val="0"/>
              </a:spcBef>
              <a:spcAft>
                <a:spcPts val="0"/>
              </a:spcAft>
              <a:buNone/>
            </a:pPr>
            <a:r>
              <a:rPr lang="en" sz="900">
                <a:solidFill>
                  <a:schemeClr val="dk1"/>
                </a:solidFill>
              </a:rPr>
              <a:t>    </a:t>
            </a:r>
            <a:r>
              <a:rPr lang="en" sz="900">
                <a:solidFill>
                  <a:srgbClr val="006699"/>
                </a:solidFill>
              </a:rPr>
              <a:t>textureWrap</a:t>
            </a:r>
            <a:r>
              <a:rPr lang="en" sz="900">
                <a:solidFill>
                  <a:schemeClr val="dk1"/>
                </a:solidFill>
              </a:rPr>
              <a:t>(REPEAT); </a:t>
            </a:r>
            <a:endParaRPr sz="900">
              <a:solidFill>
                <a:schemeClr val="dk1"/>
              </a:solidFill>
            </a:endParaRPr>
          </a:p>
          <a:p>
            <a:pPr indent="0" lvl="0" marL="0" rtl="0" algn="l">
              <a:lnSpc>
                <a:spcPct val="100000"/>
              </a:lnSpc>
              <a:spcBef>
                <a:spcPts val="0"/>
              </a:spcBef>
              <a:spcAft>
                <a:spcPts val="0"/>
              </a:spcAft>
              <a:buNone/>
            </a:pPr>
            <a:r>
              <a:rPr lang="en" sz="900">
                <a:solidFill>
                  <a:schemeClr val="dk1"/>
                </a:solidFill>
              </a:rPr>
              <a:t>  } </a:t>
            </a:r>
            <a:r>
              <a:rPr lang="en" sz="900">
                <a:solidFill>
                  <a:srgbClr val="33997E"/>
                </a:solidFill>
              </a:rPr>
              <a:t>else</a:t>
            </a:r>
            <a:r>
              <a:rPr lang="en" sz="900">
                <a:solidFill>
                  <a:schemeClr val="dk1"/>
                </a:solidFill>
              </a:rPr>
              <a:t> {</a:t>
            </a:r>
            <a:endParaRPr sz="900">
              <a:solidFill>
                <a:schemeClr val="dk1"/>
              </a:solidFill>
            </a:endParaRPr>
          </a:p>
          <a:p>
            <a:pPr indent="0" lvl="0" marL="0" rtl="0" algn="l">
              <a:lnSpc>
                <a:spcPct val="100000"/>
              </a:lnSpc>
              <a:spcBef>
                <a:spcPts val="0"/>
              </a:spcBef>
              <a:spcAft>
                <a:spcPts val="0"/>
              </a:spcAft>
              <a:buNone/>
            </a:pPr>
            <a:r>
              <a:rPr lang="en" sz="900">
                <a:solidFill>
                  <a:schemeClr val="dk1"/>
                </a:solidFill>
              </a:rPr>
              <a:t>    </a:t>
            </a:r>
            <a:r>
              <a:rPr lang="en" sz="900">
                <a:solidFill>
                  <a:srgbClr val="006699"/>
                </a:solidFill>
              </a:rPr>
              <a:t>textureWrap</a:t>
            </a:r>
            <a:r>
              <a:rPr lang="en" sz="900">
                <a:solidFill>
                  <a:schemeClr val="dk1"/>
                </a:solidFill>
              </a:rPr>
              <a:t>(CLAMP);</a:t>
            </a:r>
            <a:endParaRPr sz="900">
              <a:solidFill>
                <a:schemeClr val="dk1"/>
              </a:solidFill>
            </a:endParaRPr>
          </a:p>
          <a:p>
            <a:pPr indent="0" lvl="0" marL="0" rtl="0" algn="l">
              <a:lnSpc>
                <a:spcPct val="100000"/>
              </a:lnSpc>
              <a:spcBef>
                <a:spcPts val="0"/>
              </a:spcBef>
              <a:spcAft>
                <a:spcPts val="0"/>
              </a:spcAft>
              <a:buNone/>
            </a:pPr>
            <a:r>
              <a:rPr lang="en" sz="900">
                <a:solidFill>
                  <a:schemeClr val="dk1"/>
                </a:solidFill>
              </a:rPr>
              <a:t>  }</a:t>
            </a:r>
            <a:endParaRPr sz="900">
              <a:solidFill>
                <a:schemeClr val="dk1"/>
              </a:solidFill>
            </a:endParaRPr>
          </a:p>
          <a:p>
            <a:pPr indent="0" lvl="0" marL="0" rtl="0" algn="l">
              <a:lnSpc>
                <a:spcPct val="100000"/>
              </a:lnSpc>
              <a:spcBef>
                <a:spcPts val="0"/>
              </a:spcBef>
              <a:spcAft>
                <a:spcPts val="0"/>
              </a:spcAft>
              <a:buNone/>
            </a:pPr>
            <a:r>
              <a:rPr lang="en" sz="900">
                <a:solidFill>
                  <a:schemeClr val="dk1"/>
                </a:solidFill>
              </a:rPr>
              <a:t>  </a:t>
            </a:r>
            <a:r>
              <a:rPr lang="en" sz="900">
                <a:solidFill>
                  <a:srgbClr val="006699"/>
                </a:solidFill>
              </a:rPr>
              <a:t>beginShape</a:t>
            </a:r>
            <a:r>
              <a:rPr lang="en" sz="900">
                <a:solidFill>
                  <a:schemeClr val="dk1"/>
                </a:solidFill>
              </a:rPr>
              <a:t>();</a:t>
            </a:r>
            <a:endParaRPr sz="900">
              <a:solidFill>
                <a:schemeClr val="dk1"/>
              </a:solidFill>
            </a:endParaRPr>
          </a:p>
          <a:p>
            <a:pPr indent="0" lvl="0" marL="0" rtl="0" algn="l">
              <a:lnSpc>
                <a:spcPct val="100000"/>
              </a:lnSpc>
              <a:spcBef>
                <a:spcPts val="0"/>
              </a:spcBef>
              <a:spcAft>
                <a:spcPts val="0"/>
              </a:spcAft>
              <a:buNone/>
            </a:pPr>
            <a:r>
              <a:rPr lang="en" sz="900">
                <a:solidFill>
                  <a:schemeClr val="dk1"/>
                </a:solidFill>
              </a:rPr>
              <a:t>  </a:t>
            </a:r>
            <a:r>
              <a:rPr lang="en" sz="900">
                <a:solidFill>
                  <a:srgbClr val="006699"/>
                </a:solidFill>
              </a:rPr>
              <a:t>texture</a:t>
            </a:r>
            <a:r>
              <a:rPr lang="en" sz="900">
                <a:solidFill>
                  <a:schemeClr val="dk1"/>
                </a:solidFill>
              </a:rPr>
              <a:t>(img);</a:t>
            </a:r>
            <a:endParaRPr sz="900">
              <a:solidFill>
                <a:schemeClr val="dk1"/>
              </a:solidFill>
            </a:endParaRPr>
          </a:p>
          <a:p>
            <a:pPr indent="0" lvl="0" marL="0" rtl="0" algn="l">
              <a:lnSpc>
                <a:spcPct val="100000"/>
              </a:lnSpc>
              <a:spcBef>
                <a:spcPts val="0"/>
              </a:spcBef>
              <a:spcAft>
                <a:spcPts val="0"/>
              </a:spcAft>
              <a:buNone/>
            </a:pPr>
            <a:r>
              <a:rPr lang="en" sz="900">
                <a:solidFill>
                  <a:schemeClr val="dk1"/>
                </a:solidFill>
              </a:rPr>
              <a:t>  </a:t>
            </a:r>
            <a:r>
              <a:rPr lang="en" sz="900">
                <a:solidFill>
                  <a:srgbClr val="006699"/>
                </a:solidFill>
              </a:rPr>
              <a:t>vertex</a:t>
            </a:r>
            <a:r>
              <a:rPr lang="en" sz="900">
                <a:solidFill>
                  <a:schemeClr val="dk1"/>
                </a:solidFill>
              </a:rPr>
              <a:t>(-100, -100, 0, 0);</a:t>
            </a:r>
            <a:endParaRPr sz="900">
              <a:solidFill>
                <a:schemeClr val="dk1"/>
              </a:solidFill>
            </a:endParaRPr>
          </a:p>
          <a:p>
            <a:pPr indent="0" lvl="0" marL="0" rtl="0" algn="l">
              <a:lnSpc>
                <a:spcPct val="100000"/>
              </a:lnSpc>
              <a:spcBef>
                <a:spcPts val="0"/>
              </a:spcBef>
              <a:spcAft>
                <a:spcPts val="0"/>
              </a:spcAft>
              <a:buNone/>
            </a:pPr>
            <a:r>
              <a:rPr lang="en" sz="900">
                <a:solidFill>
                  <a:schemeClr val="dk1"/>
                </a:solidFill>
              </a:rPr>
              <a:t>  </a:t>
            </a:r>
            <a:r>
              <a:rPr lang="en" sz="900">
                <a:solidFill>
                  <a:srgbClr val="006699"/>
                </a:solidFill>
              </a:rPr>
              <a:t>vertex</a:t>
            </a:r>
            <a:r>
              <a:rPr lang="en" sz="900">
                <a:solidFill>
                  <a:schemeClr val="dk1"/>
                </a:solidFill>
              </a:rPr>
              <a:t>(100, -100, 2, 0);</a:t>
            </a:r>
            <a:endParaRPr sz="900">
              <a:solidFill>
                <a:schemeClr val="dk1"/>
              </a:solidFill>
            </a:endParaRPr>
          </a:p>
          <a:p>
            <a:pPr indent="0" lvl="0" marL="0" rtl="0" algn="l">
              <a:lnSpc>
                <a:spcPct val="100000"/>
              </a:lnSpc>
              <a:spcBef>
                <a:spcPts val="0"/>
              </a:spcBef>
              <a:spcAft>
                <a:spcPts val="0"/>
              </a:spcAft>
              <a:buNone/>
            </a:pPr>
            <a:r>
              <a:rPr lang="en" sz="900">
                <a:solidFill>
                  <a:schemeClr val="dk1"/>
                </a:solidFill>
              </a:rPr>
              <a:t>  </a:t>
            </a:r>
            <a:r>
              <a:rPr lang="en" sz="900">
                <a:solidFill>
                  <a:srgbClr val="006699"/>
                </a:solidFill>
              </a:rPr>
              <a:t>vertex</a:t>
            </a:r>
            <a:r>
              <a:rPr lang="en" sz="900">
                <a:solidFill>
                  <a:schemeClr val="dk1"/>
                </a:solidFill>
              </a:rPr>
              <a:t>(100, 100, 2, 2);</a:t>
            </a:r>
            <a:endParaRPr sz="900">
              <a:solidFill>
                <a:schemeClr val="dk1"/>
              </a:solidFill>
            </a:endParaRPr>
          </a:p>
          <a:p>
            <a:pPr indent="0" lvl="0" marL="0" rtl="0" algn="l">
              <a:lnSpc>
                <a:spcPct val="100000"/>
              </a:lnSpc>
              <a:spcBef>
                <a:spcPts val="0"/>
              </a:spcBef>
              <a:spcAft>
                <a:spcPts val="0"/>
              </a:spcAft>
              <a:buNone/>
            </a:pPr>
            <a:r>
              <a:rPr lang="en" sz="900">
                <a:solidFill>
                  <a:schemeClr val="dk1"/>
                </a:solidFill>
              </a:rPr>
              <a:t>  </a:t>
            </a:r>
            <a:r>
              <a:rPr lang="en" sz="900">
                <a:solidFill>
                  <a:srgbClr val="006699"/>
                </a:solidFill>
              </a:rPr>
              <a:t>vertex</a:t>
            </a:r>
            <a:r>
              <a:rPr lang="en" sz="900">
                <a:solidFill>
                  <a:schemeClr val="dk1"/>
                </a:solidFill>
              </a:rPr>
              <a:t>(-100, 100, 0, 2);</a:t>
            </a:r>
            <a:endParaRPr sz="900">
              <a:solidFill>
                <a:schemeClr val="dk1"/>
              </a:solidFill>
            </a:endParaRPr>
          </a:p>
          <a:p>
            <a:pPr indent="0" lvl="0" marL="0" rtl="0" algn="l">
              <a:lnSpc>
                <a:spcPct val="100000"/>
              </a:lnSpc>
              <a:spcBef>
                <a:spcPts val="0"/>
              </a:spcBef>
              <a:spcAft>
                <a:spcPts val="0"/>
              </a:spcAft>
              <a:buNone/>
            </a:pPr>
            <a:r>
              <a:rPr lang="en" sz="900">
                <a:solidFill>
                  <a:schemeClr val="dk1"/>
                </a:solidFill>
              </a:rPr>
              <a:t>  </a:t>
            </a:r>
            <a:r>
              <a:rPr lang="en" sz="900">
                <a:solidFill>
                  <a:srgbClr val="006699"/>
                </a:solidFill>
              </a:rPr>
              <a:t>endShape</a:t>
            </a:r>
            <a:r>
              <a:rPr lang="en" sz="900">
                <a:solidFill>
                  <a:schemeClr val="dk1"/>
                </a:solidFill>
              </a:rPr>
              <a:t>();</a:t>
            </a:r>
            <a:endParaRPr sz="9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sz="900">
                <a:solidFill>
                  <a:schemeClr val="dk1"/>
                </a:solidFill>
              </a:rPr>
              <a:t>}</a:t>
            </a:r>
            <a:endParaRPr sz="900">
              <a:solidFill>
                <a:schemeClr val="dk1"/>
              </a:solidFill>
            </a:endParaRPr>
          </a:p>
          <a:p>
            <a:pPr indent="0" lvl="0" marL="0" rtl="0" algn="l">
              <a:spcBef>
                <a:spcPts val="0"/>
              </a:spcBef>
              <a:spcAft>
                <a:spcPts val="1600"/>
              </a:spcAft>
              <a:buNone/>
            </a:pPr>
            <a:r>
              <a:t/>
            </a:r>
            <a:endParaRPr/>
          </a:p>
        </p:txBody>
      </p:sp>
      <p:sp>
        <p:nvSpPr>
          <p:cNvPr id="513" name="Google Shape;513;p6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6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TexturedCube</a:t>
            </a:r>
            <a:endParaRPr/>
          </a:p>
        </p:txBody>
      </p:sp>
      <p:sp>
        <p:nvSpPr>
          <p:cNvPr id="519" name="Google Shape;519;p68"/>
          <p:cNvSpPr txBox="1"/>
          <p:nvPr>
            <p:ph idx="1" type="body"/>
          </p:nvPr>
        </p:nvSpPr>
        <p:spPr>
          <a:xfrm>
            <a:off x="311700" y="1152475"/>
            <a:ext cx="23607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1000"/>
              <a:t>PImage tex;</a:t>
            </a:r>
            <a:endParaRPr sz="1000"/>
          </a:p>
          <a:p>
            <a:pPr indent="0" lvl="0" marL="0" rtl="0" algn="l">
              <a:lnSpc>
                <a:spcPct val="100000"/>
              </a:lnSpc>
              <a:spcBef>
                <a:spcPts val="0"/>
              </a:spcBef>
              <a:spcAft>
                <a:spcPts val="0"/>
              </a:spcAft>
              <a:buClr>
                <a:schemeClr val="dk1"/>
              </a:buClr>
              <a:buSzPts val="1100"/>
              <a:buFont typeface="Arial"/>
              <a:buNone/>
            </a:pPr>
            <a:r>
              <a:rPr lang="en" sz="1000"/>
              <a:t>float rotx = PI/4;</a:t>
            </a:r>
            <a:endParaRPr sz="1000"/>
          </a:p>
          <a:p>
            <a:pPr indent="0" lvl="0" marL="0" rtl="0" algn="l">
              <a:lnSpc>
                <a:spcPct val="100000"/>
              </a:lnSpc>
              <a:spcBef>
                <a:spcPts val="0"/>
              </a:spcBef>
              <a:spcAft>
                <a:spcPts val="0"/>
              </a:spcAft>
              <a:buClr>
                <a:schemeClr val="dk1"/>
              </a:buClr>
              <a:buSzPts val="1100"/>
              <a:buFont typeface="Arial"/>
              <a:buNone/>
            </a:pPr>
            <a:r>
              <a:rPr lang="en" sz="1000"/>
              <a:t>float roty = PI/4;</a:t>
            </a:r>
            <a:endParaRPr sz="1000"/>
          </a:p>
          <a:p>
            <a:pPr indent="0" lvl="0" marL="0" rtl="0" algn="l">
              <a:lnSpc>
                <a:spcPct val="100000"/>
              </a:lnSpc>
              <a:spcBef>
                <a:spcPts val="0"/>
              </a:spcBef>
              <a:spcAft>
                <a:spcPts val="0"/>
              </a:spcAft>
              <a:buClr>
                <a:schemeClr val="dk1"/>
              </a:buClr>
              <a:buSzPts val="1100"/>
              <a:buFont typeface="Arial"/>
              <a:buNone/>
            </a:pPr>
            <a:r>
              <a:t/>
            </a:r>
            <a:endParaRPr sz="1000"/>
          </a:p>
          <a:p>
            <a:pPr indent="0" lvl="0" marL="0" rtl="0" algn="l">
              <a:lnSpc>
                <a:spcPct val="100000"/>
              </a:lnSpc>
              <a:spcBef>
                <a:spcPts val="0"/>
              </a:spcBef>
              <a:spcAft>
                <a:spcPts val="0"/>
              </a:spcAft>
              <a:buClr>
                <a:schemeClr val="dk1"/>
              </a:buClr>
              <a:buSzPts val="1100"/>
              <a:buFont typeface="Arial"/>
              <a:buNone/>
            </a:pPr>
            <a:r>
              <a:rPr lang="en" sz="1000"/>
              <a:t>void setup() {</a:t>
            </a:r>
            <a:endParaRPr sz="1000"/>
          </a:p>
          <a:p>
            <a:pPr indent="0" lvl="0" marL="0" rtl="0" algn="l">
              <a:lnSpc>
                <a:spcPct val="100000"/>
              </a:lnSpc>
              <a:spcBef>
                <a:spcPts val="0"/>
              </a:spcBef>
              <a:spcAft>
                <a:spcPts val="0"/>
              </a:spcAft>
              <a:buClr>
                <a:schemeClr val="dk1"/>
              </a:buClr>
              <a:buSzPts val="1100"/>
              <a:buFont typeface="Arial"/>
              <a:buNone/>
            </a:pPr>
            <a:r>
              <a:rPr lang="en" sz="1000"/>
              <a:t>  size(640, 360, P3D);</a:t>
            </a:r>
            <a:endParaRPr sz="1000"/>
          </a:p>
          <a:p>
            <a:pPr indent="0" lvl="0" marL="0" rtl="0" algn="l">
              <a:lnSpc>
                <a:spcPct val="100000"/>
              </a:lnSpc>
              <a:spcBef>
                <a:spcPts val="0"/>
              </a:spcBef>
              <a:spcAft>
                <a:spcPts val="0"/>
              </a:spcAft>
              <a:buClr>
                <a:schemeClr val="dk1"/>
              </a:buClr>
              <a:buSzPts val="1100"/>
              <a:buFont typeface="Arial"/>
              <a:buNone/>
            </a:pPr>
            <a:r>
              <a:rPr lang="en" sz="1000"/>
              <a:t>  tex = loadImage("berlin-1.jpg");</a:t>
            </a:r>
            <a:endParaRPr sz="1000"/>
          </a:p>
          <a:p>
            <a:pPr indent="0" lvl="0" marL="0" rtl="0" algn="l">
              <a:lnSpc>
                <a:spcPct val="100000"/>
              </a:lnSpc>
              <a:spcBef>
                <a:spcPts val="0"/>
              </a:spcBef>
              <a:spcAft>
                <a:spcPts val="0"/>
              </a:spcAft>
              <a:buClr>
                <a:schemeClr val="dk1"/>
              </a:buClr>
              <a:buSzPts val="1100"/>
              <a:buFont typeface="Arial"/>
              <a:buNone/>
            </a:pPr>
            <a:r>
              <a:rPr lang="en" sz="1000"/>
              <a:t>  textureMode(NORMAL);</a:t>
            </a:r>
            <a:endParaRPr sz="1000"/>
          </a:p>
          <a:p>
            <a:pPr indent="0" lvl="0" marL="0" rtl="0" algn="l">
              <a:lnSpc>
                <a:spcPct val="100000"/>
              </a:lnSpc>
              <a:spcBef>
                <a:spcPts val="0"/>
              </a:spcBef>
              <a:spcAft>
                <a:spcPts val="0"/>
              </a:spcAft>
              <a:buClr>
                <a:schemeClr val="dk1"/>
              </a:buClr>
              <a:buSzPts val="1100"/>
              <a:buFont typeface="Arial"/>
              <a:buNone/>
            </a:pPr>
            <a:r>
              <a:rPr lang="en" sz="1000"/>
              <a:t>  fill(255);</a:t>
            </a:r>
            <a:endParaRPr sz="1000"/>
          </a:p>
          <a:p>
            <a:pPr indent="0" lvl="0" marL="0" rtl="0" algn="l">
              <a:lnSpc>
                <a:spcPct val="100000"/>
              </a:lnSpc>
              <a:spcBef>
                <a:spcPts val="0"/>
              </a:spcBef>
              <a:spcAft>
                <a:spcPts val="0"/>
              </a:spcAft>
              <a:buClr>
                <a:schemeClr val="dk1"/>
              </a:buClr>
              <a:buSzPts val="1100"/>
              <a:buFont typeface="Arial"/>
              <a:buNone/>
            </a:pPr>
            <a:r>
              <a:rPr lang="en" sz="1000"/>
              <a:t>  stroke(color(44,48,32));</a:t>
            </a:r>
            <a:endParaRPr sz="1000"/>
          </a:p>
          <a:p>
            <a:pPr indent="0" lvl="0" marL="0" rtl="0" algn="l">
              <a:lnSpc>
                <a:spcPct val="100000"/>
              </a:lnSpc>
              <a:spcBef>
                <a:spcPts val="0"/>
              </a:spcBef>
              <a:spcAft>
                <a:spcPts val="0"/>
              </a:spcAft>
              <a:buClr>
                <a:schemeClr val="dk1"/>
              </a:buClr>
              <a:buSzPts val="1100"/>
              <a:buFont typeface="Arial"/>
              <a:buNone/>
            </a:pPr>
            <a:r>
              <a:rPr lang="en" sz="1000"/>
              <a:t>}</a:t>
            </a:r>
            <a:endParaRPr sz="1000"/>
          </a:p>
          <a:p>
            <a:pPr indent="0" lvl="0" marL="0" rtl="0" algn="l">
              <a:lnSpc>
                <a:spcPct val="100000"/>
              </a:lnSpc>
              <a:spcBef>
                <a:spcPts val="0"/>
              </a:spcBef>
              <a:spcAft>
                <a:spcPts val="0"/>
              </a:spcAft>
              <a:buClr>
                <a:schemeClr val="dk1"/>
              </a:buClr>
              <a:buSzPts val="1100"/>
              <a:buFont typeface="Arial"/>
              <a:buNone/>
            </a:pPr>
            <a:r>
              <a:t/>
            </a:r>
            <a:endParaRPr sz="1000"/>
          </a:p>
          <a:p>
            <a:pPr indent="0" lvl="0" marL="0" rtl="0" algn="l">
              <a:lnSpc>
                <a:spcPct val="100000"/>
              </a:lnSpc>
              <a:spcBef>
                <a:spcPts val="0"/>
              </a:spcBef>
              <a:spcAft>
                <a:spcPts val="0"/>
              </a:spcAft>
              <a:buClr>
                <a:schemeClr val="dk1"/>
              </a:buClr>
              <a:buSzPts val="1100"/>
              <a:buFont typeface="Arial"/>
              <a:buNone/>
            </a:pPr>
            <a:r>
              <a:rPr lang="en" sz="1000"/>
              <a:t>void draw() {</a:t>
            </a:r>
            <a:endParaRPr sz="1000"/>
          </a:p>
          <a:p>
            <a:pPr indent="0" lvl="0" marL="0" rtl="0" algn="l">
              <a:lnSpc>
                <a:spcPct val="100000"/>
              </a:lnSpc>
              <a:spcBef>
                <a:spcPts val="0"/>
              </a:spcBef>
              <a:spcAft>
                <a:spcPts val="0"/>
              </a:spcAft>
              <a:buClr>
                <a:schemeClr val="dk1"/>
              </a:buClr>
              <a:buSzPts val="1100"/>
              <a:buFont typeface="Arial"/>
              <a:buNone/>
            </a:pPr>
            <a:r>
              <a:rPr lang="en" sz="1000"/>
              <a:t>  background(0);</a:t>
            </a:r>
            <a:endParaRPr sz="1000"/>
          </a:p>
          <a:p>
            <a:pPr indent="0" lvl="0" marL="0" rtl="0" algn="l">
              <a:lnSpc>
                <a:spcPct val="100000"/>
              </a:lnSpc>
              <a:spcBef>
                <a:spcPts val="0"/>
              </a:spcBef>
              <a:spcAft>
                <a:spcPts val="0"/>
              </a:spcAft>
              <a:buClr>
                <a:schemeClr val="dk1"/>
              </a:buClr>
              <a:buSzPts val="1100"/>
              <a:buFont typeface="Arial"/>
              <a:buNone/>
            </a:pPr>
            <a:r>
              <a:rPr lang="en" sz="1000"/>
              <a:t>  noStroke();</a:t>
            </a:r>
            <a:endParaRPr sz="1000"/>
          </a:p>
          <a:p>
            <a:pPr indent="0" lvl="0" marL="0" rtl="0" algn="l">
              <a:lnSpc>
                <a:spcPct val="100000"/>
              </a:lnSpc>
              <a:spcBef>
                <a:spcPts val="0"/>
              </a:spcBef>
              <a:spcAft>
                <a:spcPts val="0"/>
              </a:spcAft>
              <a:buClr>
                <a:schemeClr val="dk1"/>
              </a:buClr>
              <a:buSzPts val="1100"/>
              <a:buFont typeface="Arial"/>
              <a:buNone/>
            </a:pPr>
            <a:r>
              <a:rPr lang="en" sz="1000"/>
              <a:t>  translate(width/2.0, height/2.0, -100);</a:t>
            </a:r>
            <a:endParaRPr sz="1000"/>
          </a:p>
          <a:p>
            <a:pPr indent="0" lvl="0" marL="0" rtl="0" algn="l">
              <a:lnSpc>
                <a:spcPct val="100000"/>
              </a:lnSpc>
              <a:spcBef>
                <a:spcPts val="0"/>
              </a:spcBef>
              <a:spcAft>
                <a:spcPts val="0"/>
              </a:spcAft>
              <a:buClr>
                <a:schemeClr val="dk1"/>
              </a:buClr>
              <a:buSzPts val="1100"/>
              <a:buFont typeface="Arial"/>
              <a:buNone/>
            </a:pPr>
            <a:r>
              <a:rPr lang="en" sz="1000"/>
              <a:t>  rotateX(rotx);</a:t>
            </a:r>
            <a:endParaRPr sz="1000"/>
          </a:p>
          <a:p>
            <a:pPr indent="0" lvl="0" marL="0" rtl="0" algn="l">
              <a:lnSpc>
                <a:spcPct val="100000"/>
              </a:lnSpc>
              <a:spcBef>
                <a:spcPts val="0"/>
              </a:spcBef>
              <a:spcAft>
                <a:spcPts val="0"/>
              </a:spcAft>
              <a:buClr>
                <a:schemeClr val="dk1"/>
              </a:buClr>
              <a:buSzPts val="1100"/>
              <a:buFont typeface="Arial"/>
              <a:buNone/>
            </a:pPr>
            <a:r>
              <a:rPr lang="en" sz="1000"/>
              <a:t>  rotateY(roty);</a:t>
            </a:r>
            <a:endParaRPr sz="1000"/>
          </a:p>
          <a:p>
            <a:pPr indent="0" lvl="0" marL="0" rtl="0" algn="l">
              <a:lnSpc>
                <a:spcPct val="100000"/>
              </a:lnSpc>
              <a:spcBef>
                <a:spcPts val="0"/>
              </a:spcBef>
              <a:spcAft>
                <a:spcPts val="0"/>
              </a:spcAft>
              <a:buClr>
                <a:schemeClr val="dk1"/>
              </a:buClr>
              <a:buSzPts val="1100"/>
              <a:buFont typeface="Arial"/>
              <a:buNone/>
            </a:pPr>
            <a:r>
              <a:rPr lang="en" sz="1000"/>
              <a:t>  scale(90);</a:t>
            </a:r>
            <a:endParaRPr sz="1000"/>
          </a:p>
          <a:p>
            <a:pPr indent="0" lvl="0" marL="0" rtl="0" algn="l">
              <a:lnSpc>
                <a:spcPct val="100000"/>
              </a:lnSpc>
              <a:spcBef>
                <a:spcPts val="0"/>
              </a:spcBef>
              <a:spcAft>
                <a:spcPts val="0"/>
              </a:spcAft>
              <a:buClr>
                <a:schemeClr val="dk1"/>
              </a:buClr>
              <a:buSzPts val="1100"/>
              <a:buFont typeface="Arial"/>
              <a:buNone/>
            </a:pPr>
            <a:r>
              <a:rPr lang="en" sz="1000"/>
              <a:t>  TexturedCube(tex);</a:t>
            </a:r>
            <a:endParaRPr sz="1000"/>
          </a:p>
          <a:p>
            <a:pPr indent="0" lvl="0" marL="0" rtl="0" algn="l">
              <a:lnSpc>
                <a:spcPct val="100000"/>
              </a:lnSpc>
              <a:spcBef>
                <a:spcPts val="0"/>
              </a:spcBef>
              <a:spcAft>
                <a:spcPts val="0"/>
              </a:spcAft>
              <a:buClr>
                <a:schemeClr val="dk1"/>
              </a:buClr>
              <a:buSzPts val="1100"/>
              <a:buFont typeface="Arial"/>
              <a:buNone/>
            </a:pPr>
            <a:r>
              <a:rPr lang="en" sz="1000"/>
              <a:t>}</a:t>
            </a:r>
            <a:endParaRPr sz="1000"/>
          </a:p>
          <a:p>
            <a:pPr indent="0" lvl="0" marL="0" rtl="0" algn="l">
              <a:lnSpc>
                <a:spcPct val="100000"/>
              </a:lnSpc>
              <a:spcBef>
                <a:spcPts val="0"/>
              </a:spcBef>
              <a:spcAft>
                <a:spcPts val="0"/>
              </a:spcAft>
              <a:buClr>
                <a:schemeClr val="dk1"/>
              </a:buClr>
              <a:buSzPts val="1100"/>
              <a:buFont typeface="Arial"/>
              <a:buNone/>
            </a:pPr>
            <a:r>
              <a:t/>
            </a:r>
            <a:endParaRPr sz="1000"/>
          </a:p>
          <a:p>
            <a:pPr indent="0" lvl="0" marL="0" rtl="0" algn="l">
              <a:lnSpc>
                <a:spcPct val="100000"/>
              </a:lnSpc>
              <a:spcBef>
                <a:spcPts val="0"/>
              </a:spcBef>
              <a:spcAft>
                <a:spcPts val="0"/>
              </a:spcAft>
              <a:buNone/>
            </a:pPr>
            <a:r>
              <a:t/>
            </a:r>
            <a:endParaRPr sz="1000"/>
          </a:p>
        </p:txBody>
      </p:sp>
      <p:sp>
        <p:nvSpPr>
          <p:cNvPr id="520" name="Google Shape;520;p6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21" name="Google Shape;521;p68"/>
          <p:cNvSpPr txBox="1"/>
          <p:nvPr>
            <p:ph idx="1" type="body"/>
          </p:nvPr>
        </p:nvSpPr>
        <p:spPr>
          <a:xfrm>
            <a:off x="2619175" y="1170625"/>
            <a:ext cx="62130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000"/>
              <a:t>void TexturedCube(PImage tex) {</a:t>
            </a:r>
            <a:endParaRPr sz="1000"/>
          </a:p>
          <a:p>
            <a:pPr indent="0" lvl="0" marL="0" rtl="0" algn="l">
              <a:lnSpc>
                <a:spcPct val="100000"/>
              </a:lnSpc>
              <a:spcBef>
                <a:spcPts val="0"/>
              </a:spcBef>
              <a:spcAft>
                <a:spcPts val="0"/>
              </a:spcAft>
              <a:buNone/>
            </a:pPr>
            <a:r>
              <a:rPr lang="en" sz="1000"/>
              <a:t>  beginShape(QUADS);</a:t>
            </a:r>
            <a:endParaRPr sz="1000"/>
          </a:p>
          <a:p>
            <a:pPr indent="0" lvl="0" marL="0" rtl="0" algn="l">
              <a:lnSpc>
                <a:spcPct val="100000"/>
              </a:lnSpc>
              <a:spcBef>
                <a:spcPts val="0"/>
              </a:spcBef>
              <a:spcAft>
                <a:spcPts val="0"/>
              </a:spcAft>
              <a:buNone/>
            </a:pPr>
            <a:r>
              <a:rPr lang="en" sz="1000"/>
              <a:t>  texture(tex);</a:t>
            </a:r>
            <a:endParaRPr sz="1000"/>
          </a:p>
          <a:p>
            <a:pPr indent="0" lvl="0" marL="0" rtl="0" algn="l">
              <a:lnSpc>
                <a:spcPct val="100000"/>
              </a:lnSpc>
              <a:spcBef>
                <a:spcPts val="0"/>
              </a:spcBef>
              <a:spcAft>
                <a:spcPts val="0"/>
              </a:spcAft>
              <a:buNone/>
            </a:pPr>
            <a:r>
              <a:t/>
            </a:r>
            <a:endParaRPr sz="1000"/>
          </a:p>
          <a:p>
            <a:pPr indent="0" lvl="0" marL="0" rtl="0" algn="l">
              <a:lnSpc>
                <a:spcPct val="100000"/>
              </a:lnSpc>
              <a:spcBef>
                <a:spcPts val="0"/>
              </a:spcBef>
              <a:spcAft>
                <a:spcPts val="0"/>
              </a:spcAft>
              <a:buNone/>
            </a:pPr>
            <a:r>
              <a:rPr lang="en" sz="1000"/>
              <a:t>  // Given one texture and six faces, we can easily set up the uv coordinates such that four of the faces</a:t>
            </a:r>
            <a:endParaRPr sz="1000"/>
          </a:p>
          <a:p>
            <a:pPr indent="0" lvl="0" marL="0" rtl="0" algn="l">
              <a:lnSpc>
                <a:spcPct val="100000"/>
              </a:lnSpc>
              <a:spcBef>
                <a:spcPts val="0"/>
              </a:spcBef>
              <a:spcAft>
                <a:spcPts val="0"/>
              </a:spcAft>
              <a:buNone/>
            </a:pPr>
            <a:r>
              <a:rPr lang="en" sz="1000"/>
              <a:t>  // </a:t>
            </a:r>
            <a:r>
              <a:rPr lang="en" sz="1000"/>
              <a:t>tile "perfectly" </a:t>
            </a:r>
            <a:r>
              <a:rPr lang="en" sz="1000"/>
              <a:t>along either u or v, but the other two faces cannot be so aligned.</a:t>
            </a:r>
            <a:endParaRPr sz="1000"/>
          </a:p>
          <a:p>
            <a:pPr indent="0" lvl="0" marL="0" rtl="0" algn="l">
              <a:lnSpc>
                <a:spcPct val="100000"/>
              </a:lnSpc>
              <a:spcBef>
                <a:spcPts val="0"/>
              </a:spcBef>
              <a:spcAft>
                <a:spcPts val="0"/>
              </a:spcAft>
              <a:buNone/>
            </a:pPr>
            <a:r>
              <a:rPr lang="en" sz="1000"/>
              <a:t>  // This code tiles "along" u, "around" the X/Z faces and fudges the Y faces - the Y faces are arbitrarily</a:t>
            </a:r>
            <a:endParaRPr sz="1000"/>
          </a:p>
          <a:p>
            <a:pPr indent="0" lvl="0" marL="0" rtl="0" algn="l">
              <a:lnSpc>
                <a:spcPct val="100000"/>
              </a:lnSpc>
              <a:spcBef>
                <a:spcPts val="0"/>
              </a:spcBef>
              <a:spcAft>
                <a:spcPts val="0"/>
              </a:spcAft>
              <a:buNone/>
            </a:pPr>
            <a:r>
              <a:rPr lang="en" sz="1000"/>
              <a:t>  // aligned such that a rotation along the X axis will put the "top" of either texture at the "top"</a:t>
            </a:r>
            <a:endParaRPr sz="1000"/>
          </a:p>
          <a:p>
            <a:pPr indent="0" lvl="0" marL="0" rtl="0" algn="l">
              <a:lnSpc>
                <a:spcPct val="100000"/>
              </a:lnSpc>
              <a:spcBef>
                <a:spcPts val="0"/>
              </a:spcBef>
              <a:spcAft>
                <a:spcPts val="0"/>
              </a:spcAft>
              <a:buNone/>
            </a:pPr>
            <a:r>
              <a:rPr lang="en" sz="1000"/>
              <a:t>  // of the screen, but is not otherwised aligned with the X/Z faces. (This just affects what type of symmetry </a:t>
            </a:r>
            <a:endParaRPr sz="1000"/>
          </a:p>
          <a:p>
            <a:pPr indent="0" lvl="0" marL="0" rtl="0" algn="l">
              <a:lnSpc>
                <a:spcPct val="100000"/>
              </a:lnSpc>
              <a:spcBef>
                <a:spcPts val="0"/>
              </a:spcBef>
              <a:spcAft>
                <a:spcPts val="0"/>
              </a:spcAft>
              <a:buNone/>
            </a:pPr>
            <a:r>
              <a:rPr lang="en" sz="1000"/>
              <a:t>  // is required if you need seamless tiling all the way around the cube)</a:t>
            </a:r>
            <a:endParaRPr sz="1000"/>
          </a:p>
          <a:p>
            <a:pPr indent="0" lvl="0" marL="0" rtl="0" algn="l">
              <a:lnSpc>
                <a:spcPct val="100000"/>
              </a:lnSpc>
              <a:spcBef>
                <a:spcPts val="0"/>
              </a:spcBef>
              <a:spcAft>
                <a:spcPts val="0"/>
              </a:spcAft>
              <a:buNone/>
            </a:pPr>
            <a:r>
              <a:rPr lang="en" sz="1000"/>
              <a:t>  </a:t>
            </a:r>
            <a:endParaRPr sz="1000"/>
          </a:p>
          <a:p>
            <a:pPr indent="0" lvl="0" marL="0" rtl="0" algn="l">
              <a:lnSpc>
                <a:spcPct val="100000"/>
              </a:lnSpc>
              <a:spcBef>
                <a:spcPts val="0"/>
              </a:spcBef>
              <a:spcAft>
                <a:spcPts val="0"/>
              </a:spcAft>
              <a:buNone/>
            </a:pPr>
            <a:r>
              <a:rPr lang="en" sz="1000"/>
              <a:t>  // +Z "front" face</a:t>
            </a:r>
            <a:endParaRPr sz="1000"/>
          </a:p>
          <a:p>
            <a:pPr indent="0" lvl="0" marL="0" rtl="0" algn="l">
              <a:lnSpc>
                <a:spcPct val="100000"/>
              </a:lnSpc>
              <a:spcBef>
                <a:spcPts val="0"/>
              </a:spcBef>
              <a:spcAft>
                <a:spcPts val="0"/>
              </a:spcAft>
              <a:buNone/>
            </a:pPr>
            <a:r>
              <a:rPr lang="en" sz="1000"/>
              <a:t>  vertex(-1, -1,  1, 0, 0);</a:t>
            </a:r>
            <a:endParaRPr sz="1000"/>
          </a:p>
          <a:p>
            <a:pPr indent="0" lvl="0" marL="0" rtl="0" algn="l">
              <a:lnSpc>
                <a:spcPct val="100000"/>
              </a:lnSpc>
              <a:spcBef>
                <a:spcPts val="0"/>
              </a:spcBef>
              <a:spcAft>
                <a:spcPts val="0"/>
              </a:spcAft>
              <a:buNone/>
            </a:pPr>
            <a:r>
              <a:rPr lang="en" sz="1000"/>
              <a:t>  vertex( 1, -1,  1, 1, 0);</a:t>
            </a:r>
            <a:endParaRPr sz="1000"/>
          </a:p>
          <a:p>
            <a:pPr indent="0" lvl="0" marL="0" rtl="0" algn="l">
              <a:lnSpc>
                <a:spcPct val="100000"/>
              </a:lnSpc>
              <a:spcBef>
                <a:spcPts val="0"/>
              </a:spcBef>
              <a:spcAft>
                <a:spcPts val="0"/>
              </a:spcAft>
              <a:buNone/>
            </a:pPr>
            <a:r>
              <a:rPr lang="en" sz="1000"/>
              <a:t>  vertex( 1,  1,  1, 1, 1);</a:t>
            </a:r>
            <a:endParaRPr sz="1000"/>
          </a:p>
          <a:p>
            <a:pPr indent="0" lvl="0" marL="0" rtl="0" algn="l">
              <a:lnSpc>
                <a:spcPct val="100000"/>
              </a:lnSpc>
              <a:spcBef>
                <a:spcPts val="0"/>
              </a:spcBef>
              <a:spcAft>
                <a:spcPts val="0"/>
              </a:spcAft>
              <a:buNone/>
            </a:pPr>
            <a:r>
              <a:rPr lang="en" sz="1000"/>
              <a:t>  vertex(-1,  1,  1, 0, 1);</a:t>
            </a:r>
            <a:endParaRPr sz="1000"/>
          </a:p>
          <a:p>
            <a:pPr indent="0" lvl="0" marL="0" rtl="0" algn="l">
              <a:lnSpc>
                <a:spcPct val="100000"/>
              </a:lnSpc>
              <a:spcBef>
                <a:spcPts val="0"/>
              </a:spcBef>
              <a:spcAft>
                <a:spcPts val="0"/>
              </a:spcAft>
              <a:buNone/>
            </a:pPr>
            <a:r>
              <a:t/>
            </a:r>
            <a:endParaRPr sz="1000"/>
          </a:p>
          <a:p>
            <a:pPr indent="0" lvl="0" marL="0" rtl="0" algn="l">
              <a:lnSpc>
                <a:spcPct val="100000"/>
              </a:lnSpc>
              <a:spcBef>
                <a:spcPts val="0"/>
              </a:spcBef>
              <a:spcAft>
                <a:spcPts val="0"/>
              </a:spcAft>
              <a:buNone/>
            </a:pPr>
            <a:r>
              <a:rPr lang="en" sz="1000"/>
              <a:t>  // -Z "back" face</a:t>
            </a:r>
            <a:endParaRPr sz="1000"/>
          </a:p>
          <a:p>
            <a:pPr indent="0" lvl="0" marL="0" rtl="0" algn="l">
              <a:lnSpc>
                <a:spcPct val="100000"/>
              </a:lnSpc>
              <a:spcBef>
                <a:spcPts val="0"/>
              </a:spcBef>
              <a:spcAft>
                <a:spcPts val="0"/>
              </a:spcAft>
              <a:buNone/>
            </a:pPr>
            <a:r>
              <a:rPr lang="en" sz="1000"/>
              <a:t>  vertex( 1, -1, -1, 0, 0);</a:t>
            </a:r>
            <a:endParaRPr sz="1000"/>
          </a:p>
          <a:p>
            <a:pPr indent="0" lvl="0" marL="0" rtl="0" algn="l">
              <a:lnSpc>
                <a:spcPct val="100000"/>
              </a:lnSpc>
              <a:spcBef>
                <a:spcPts val="0"/>
              </a:spcBef>
              <a:spcAft>
                <a:spcPts val="0"/>
              </a:spcAft>
              <a:buNone/>
            </a:pPr>
            <a:r>
              <a:rPr lang="en" sz="1000"/>
              <a:t>  vertex(-1, -1, -1, 1, 0);</a:t>
            </a:r>
            <a:endParaRPr sz="1000"/>
          </a:p>
          <a:p>
            <a:pPr indent="0" lvl="0" marL="0" rtl="0" algn="l">
              <a:lnSpc>
                <a:spcPct val="100000"/>
              </a:lnSpc>
              <a:spcBef>
                <a:spcPts val="0"/>
              </a:spcBef>
              <a:spcAft>
                <a:spcPts val="0"/>
              </a:spcAft>
              <a:buNone/>
            </a:pPr>
            <a:r>
              <a:rPr lang="en" sz="1000"/>
              <a:t>  vertex(-1,  1, -1, 1, 1);</a:t>
            </a:r>
            <a:endParaRPr sz="1000"/>
          </a:p>
          <a:p>
            <a:pPr indent="0" lvl="0" marL="0" rtl="0" algn="l">
              <a:lnSpc>
                <a:spcPct val="100000"/>
              </a:lnSpc>
              <a:spcBef>
                <a:spcPts val="0"/>
              </a:spcBef>
              <a:spcAft>
                <a:spcPts val="0"/>
              </a:spcAft>
              <a:buNone/>
            </a:pPr>
            <a:r>
              <a:rPr lang="en" sz="1000"/>
              <a:t>  vertex( 1,  1, -1, 0, 1);</a:t>
            </a:r>
            <a:endParaRPr sz="1000"/>
          </a:p>
          <a:p>
            <a:pPr indent="0" lvl="0" marL="0" rtl="0" algn="l">
              <a:lnSpc>
                <a:spcPct val="100000"/>
              </a:lnSpc>
              <a:spcBef>
                <a:spcPts val="0"/>
              </a:spcBef>
              <a:spcAft>
                <a:spcPts val="0"/>
              </a:spcAft>
              <a:buNone/>
            </a:pPr>
            <a:r>
              <a:t/>
            </a:r>
            <a:endParaRPr sz="1000"/>
          </a:p>
        </p:txBody>
      </p:sp>
      <p:sp>
        <p:nvSpPr>
          <p:cNvPr id="522" name="Google Shape;522;p68"/>
          <p:cNvSpPr txBox="1"/>
          <p:nvPr>
            <p:ph idx="1" type="body"/>
          </p:nvPr>
        </p:nvSpPr>
        <p:spPr>
          <a:xfrm>
            <a:off x="4797250" y="2686725"/>
            <a:ext cx="2991000" cy="2256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t/>
            </a:r>
            <a:endParaRPr sz="1000"/>
          </a:p>
          <a:p>
            <a:pPr indent="0" lvl="0" marL="0" rtl="0" algn="l">
              <a:lnSpc>
                <a:spcPct val="100000"/>
              </a:lnSpc>
              <a:spcBef>
                <a:spcPts val="0"/>
              </a:spcBef>
              <a:spcAft>
                <a:spcPts val="0"/>
              </a:spcAft>
              <a:buNone/>
            </a:pPr>
            <a:r>
              <a:rPr lang="en" sz="1000"/>
              <a:t>  // -X "left" face</a:t>
            </a:r>
            <a:endParaRPr sz="1000"/>
          </a:p>
          <a:p>
            <a:pPr indent="0" lvl="0" marL="0" rtl="0" algn="l">
              <a:lnSpc>
                <a:spcPct val="100000"/>
              </a:lnSpc>
              <a:spcBef>
                <a:spcPts val="0"/>
              </a:spcBef>
              <a:spcAft>
                <a:spcPts val="0"/>
              </a:spcAft>
              <a:buNone/>
            </a:pPr>
            <a:r>
              <a:rPr lang="en" sz="1000"/>
              <a:t>  vertex(-1, -1, -1, 0, 0);</a:t>
            </a:r>
            <a:endParaRPr sz="1000"/>
          </a:p>
          <a:p>
            <a:pPr indent="0" lvl="0" marL="0" rtl="0" algn="l">
              <a:lnSpc>
                <a:spcPct val="100000"/>
              </a:lnSpc>
              <a:spcBef>
                <a:spcPts val="0"/>
              </a:spcBef>
              <a:spcAft>
                <a:spcPts val="0"/>
              </a:spcAft>
              <a:buNone/>
            </a:pPr>
            <a:r>
              <a:rPr lang="en" sz="1000"/>
              <a:t>  vertex(-1, -1,  1, 1, 0);</a:t>
            </a:r>
            <a:endParaRPr sz="1000"/>
          </a:p>
          <a:p>
            <a:pPr indent="0" lvl="0" marL="0" rtl="0" algn="l">
              <a:lnSpc>
                <a:spcPct val="100000"/>
              </a:lnSpc>
              <a:spcBef>
                <a:spcPts val="0"/>
              </a:spcBef>
              <a:spcAft>
                <a:spcPts val="0"/>
              </a:spcAft>
              <a:buNone/>
            </a:pPr>
            <a:r>
              <a:rPr lang="en" sz="1000"/>
              <a:t>  vertex(-1,  1,  1, 1, 1);</a:t>
            </a:r>
            <a:endParaRPr sz="1000"/>
          </a:p>
          <a:p>
            <a:pPr indent="0" lvl="0" marL="0" rtl="0" algn="l">
              <a:lnSpc>
                <a:spcPct val="100000"/>
              </a:lnSpc>
              <a:spcBef>
                <a:spcPts val="0"/>
              </a:spcBef>
              <a:spcAft>
                <a:spcPts val="0"/>
              </a:spcAft>
              <a:buNone/>
            </a:pPr>
            <a:r>
              <a:rPr lang="en" sz="1000"/>
              <a:t>  vertex(-1,  1, -1, 0, 1);</a:t>
            </a:r>
            <a:endParaRPr sz="1000"/>
          </a:p>
          <a:p>
            <a:pPr indent="0" lvl="0" marL="0" rtl="0" algn="l">
              <a:lnSpc>
                <a:spcPct val="100000"/>
              </a:lnSpc>
              <a:spcBef>
                <a:spcPts val="0"/>
              </a:spcBef>
              <a:spcAft>
                <a:spcPts val="0"/>
              </a:spcAft>
              <a:buNone/>
            </a:pPr>
            <a:r>
              <a:rPr lang="en" sz="1000"/>
              <a:t>  endShape();</a:t>
            </a:r>
            <a:endParaRPr sz="1000"/>
          </a:p>
          <a:p>
            <a:pPr indent="0" lvl="0" marL="0" rtl="0" algn="l">
              <a:lnSpc>
                <a:spcPct val="100000"/>
              </a:lnSpc>
              <a:spcBef>
                <a:spcPts val="0"/>
              </a:spcBef>
              <a:spcAft>
                <a:spcPts val="0"/>
              </a:spcAft>
              <a:buNone/>
            </a:pPr>
            <a:r>
              <a:rPr lang="en" sz="1000"/>
              <a:t>}</a:t>
            </a:r>
            <a:endParaRPr sz="1000"/>
          </a:p>
          <a:p>
            <a:pPr indent="0" lvl="0" marL="0" rtl="0" algn="l">
              <a:lnSpc>
                <a:spcPct val="100000"/>
              </a:lnSpc>
              <a:spcBef>
                <a:spcPts val="0"/>
              </a:spcBef>
              <a:spcAft>
                <a:spcPts val="0"/>
              </a:spcAft>
              <a:buNone/>
            </a:pPr>
            <a:r>
              <a:t/>
            </a:r>
            <a:endParaRPr sz="1000"/>
          </a:p>
          <a:p>
            <a:pPr indent="0" lvl="0" marL="0" rtl="0" algn="l">
              <a:lnSpc>
                <a:spcPct val="100000"/>
              </a:lnSpc>
              <a:spcBef>
                <a:spcPts val="0"/>
              </a:spcBef>
              <a:spcAft>
                <a:spcPts val="0"/>
              </a:spcAft>
              <a:buNone/>
            </a:pPr>
            <a:r>
              <a:rPr lang="en" sz="1000"/>
              <a:t>void mouseDragged() {</a:t>
            </a:r>
            <a:endParaRPr sz="1000"/>
          </a:p>
          <a:p>
            <a:pPr indent="0" lvl="0" marL="0" rtl="0" algn="l">
              <a:lnSpc>
                <a:spcPct val="100000"/>
              </a:lnSpc>
              <a:spcBef>
                <a:spcPts val="0"/>
              </a:spcBef>
              <a:spcAft>
                <a:spcPts val="0"/>
              </a:spcAft>
              <a:buNone/>
            </a:pPr>
            <a:r>
              <a:rPr lang="en" sz="1000"/>
              <a:t>  float rate = 0.01;</a:t>
            </a:r>
            <a:endParaRPr sz="1000"/>
          </a:p>
          <a:p>
            <a:pPr indent="0" lvl="0" marL="0" rtl="0" algn="l">
              <a:lnSpc>
                <a:spcPct val="100000"/>
              </a:lnSpc>
              <a:spcBef>
                <a:spcPts val="0"/>
              </a:spcBef>
              <a:spcAft>
                <a:spcPts val="0"/>
              </a:spcAft>
              <a:buNone/>
            </a:pPr>
            <a:r>
              <a:rPr lang="en" sz="1000"/>
              <a:t>  rotx += (pmouseY-mouseY) * rate;</a:t>
            </a:r>
            <a:endParaRPr sz="1000"/>
          </a:p>
          <a:p>
            <a:pPr indent="0" lvl="0" marL="0" rtl="0" algn="l">
              <a:lnSpc>
                <a:spcPct val="100000"/>
              </a:lnSpc>
              <a:spcBef>
                <a:spcPts val="0"/>
              </a:spcBef>
              <a:spcAft>
                <a:spcPts val="0"/>
              </a:spcAft>
              <a:buNone/>
            </a:pPr>
            <a:r>
              <a:rPr lang="en" sz="1000"/>
              <a:t>  roty += (mouseX-pmouseX) * rate;</a:t>
            </a:r>
            <a:endParaRPr sz="1000"/>
          </a:p>
          <a:p>
            <a:pPr indent="0" lvl="0" marL="0" rtl="0" algn="l">
              <a:lnSpc>
                <a:spcPct val="100000"/>
              </a:lnSpc>
              <a:spcBef>
                <a:spcPts val="0"/>
              </a:spcBef>
              <a:spcAft>
                <a:spcPts val="0"/>
              </a:spcAft>
              <a:buNone/>
            </a:pPr>
            <a:r>
              <a:rPr lang="en" sz="1000"/>
              <a:t>}</a:t>
            </a:r>
            <a:endParaRPr sz="1000"/>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6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6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
        <p:nvSpPr>
          <p:cNvPr id="529" name="Google Shape;529;p6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530" name="Google Shape;530;p69"/>
          <p:cNvPicPr preferRelativeResize="0"/>
          <p:nvPr/>
        </p:nvPicPr>
        <p:blipFill>
          <a:blip r:embed="rId3">
            <a:alphaModFix/>
          </a:blip>
          <a:stretch>
            <a:fillRect/>
          </a:stretch>
        </p:blipFill>
        <p:spPr>
          <a:xfrm>
            <a:off x="1514475" y="700088"/>
            <a:ext cx="6115050" cy="37433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